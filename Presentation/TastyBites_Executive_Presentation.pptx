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71" r:id="rId9"/>
    <p:sldId id="264" r:id="rId10"/>
    <p:sldId id="269" r:id="rId11"/>
    <p:sldId id="265" r:id="rId12"/>
    <p:sldId id="270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Black" panose="020B0604020202020204" charset="0"/>
      <p:bold r:id="rId19"/>
      <p:boldItalic r:id="rId20"/>
    </p:embeddedFont>
    <p:embeddedFont>
      <p:font typeface="Inter ExtraBold" panose="020B0604020202020204" charset="0"/>
      <p:bold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Lato" panose="020F0502020204030203" pitchFamily="34" charset="0"/>
      <p:regular r:id="rId31"/>
      <p:bold r:id="rId32"/>
      <p:italic r:id="rId33"/>
      <p:boldItalic r:id="rId34"/>
    </p:embeddedFont>
    <p:embeddedFont>
      <p:font typeface="Plus Jakarta Sans" panose="020B0604020202020204" charset="0"/>
      <p:regular r:id="rId35"/>
      <p:bold r:id="rId36"/>
      <p:italic r:id="rId37"/>
      <p:boldItalic r:id="rId38"/>
    </p:embeddedFont>
    <p:embeddedFont>
      <p:font typeface="Plus Jakarta Sans ExtraBold" panose="020B0604020202020204" charset="0"/>
      <p:bold r:id="rId39"/>
      <p:boldItalic r:id="rId40"/>
    </p:embeddedFont>
    <p:embeddedFont>
      <p:font typeface="Poppins" panose="00000500000000000000" pitchFamily="2" charset="0"/>
      <p:regular r:id="rId41"/>
      <p:bold r:id="rId42"/>
      <p:italic r:id="rId43"/>
      <p:boldItalic r:id="rId44"/>
    </p:embeddedFont>
    <p:embeddedFont>
      <p:font typeface="Poppins ExtraBold" panose="00000900000000000000" pitchFamily="2" charset="0"/>
      <p:bold r:id="rId45"/>
      <p:boldItalic r:id="rId46"/>
    </p:embeddedFont>
    <p:embeddedFont>
      <p:font typeface="Poppins SemiBold" panose="00000700000000000000" pitchFamily="2" charset="0"/>
      <p:bold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7ED"/>
    <a:srgbClr val="E6E0EC"/>
    <a:srgbClr val="F59B0A"/>
    <a:srgbClr val="F06666"/>
    <a:srgbClr val="0776AE"/>
    <a:srgbClr val="0283C6"/>
    <a:srgbClr val="F5F5F5"/>
    <a:srgbClr val="CFD7E7"/>
    <a:srgbClr val="F1F5F9"/>
    <a:srgbClr val="F6B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94" dt="2026-08-31T16:15:20.701"/>
  </p1510:revLst>
</p1510:revInfo>
</file>

<file path=ppt/tableStyles.xml><?xml version="1.0" encoding="utf-8"?>
<a:tblStyleLst xmlns:a="http://schemas.openxmlformats.org/drawingml/2006/main" def="{326DA0F1-C761-4F12-B055-76320E94DC09}">
  <a:tblStyle styleId="{326DA0F1-C761-4F12-B055-76320E94DC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font" Target="fonts/font28.fntdata"/><Relationship Id="rId47" Type="http://schemas.openxmlformats.org/officeDocument/2006/relationships/font" Target="fonts/font33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9" Type="http://schemas.openxmlformats.org/officeDocument/2006/relationships/font" Target="fonts/font15.fntdata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45" Type="http://schemas.openxmlformats.org/officeDocument/2006/relationships/font" Target="fonts/font31.fntdata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font" Target="fonts/font30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font" Target="fonts/font29.fntdata"/><Relationship Id="rId48" Type="http://schemas.openxmlformats.org/officeDocument/2006/relationships/font" Target="fonts/font34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openxmlformats.org/officeDocument/2006/relationships/font" Target="fonts/font32.fntdata"/><Relationship Id="rId20" Type="http://schemas.openxmlformats.org/officeDocument/2006/relationships/font" Target="fonts/font6.fntdata"/><Relationship Id="rId41" Type="http://schemas.openxmlformats.org/officeDocument/2006/relationships/font" Target="fonts/font27.fntdata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amya R Jain" userId="5379bb5ac236f65f" providerId="Windows Live" clId="Web-{A209522E-A4BC-132A-0764-321E6E78EA42}"/>
    <pc:docChg chg="modSld">
      <pc:chgData name="Agamya R Jain" userId="5379bb5ac236f65f" providerId="Windows Live" clId="Web-{A209522E-A4BC-132A-0764-321E6E78EA42}" dt="2026-08-10T17:59:30.127" v="276" actId="1076"/>
      <pc:docMkLst>
        <pc:docMk/>
      </pc:docMkLst>
      <pc:sldChg chg="delSp">
        <pc:chgData name="Agamya R Jain" userId="5379bb5ac236f65f" providerId="Windows Live" clId="Web-{A209522E-A4BC-132A-0764-321E6E78EA42}" dt="2026-08-10T15:40:11.051" v="0"/>
        <pc:sldMkLst>
          <pc:docMk/>
          <pc:sldMk cId="0" sldId="257"/>
        </pc:sldMkLst>
      </pc:sldChg>
      <pc:sldChg chg="addSp delSp modSp">
        <pc:chgData name="Agamya R Jain" userId="5379bb5ac236f65f" providerId="Windows Live" clId="Web-{A209522E-A4BC-132A-0764-321E6E78EA42}" dt="2026-08-10T17:26:42.553" v="91" actId="20577"/>
        <pc:sldMkLst>
          <pc:docMk/>
          <pc:sldMk cId="0" sldId="259"/>
        </pc:sldMkLst>
        <pc:spChg chg="mod">
          <ac:chgData name="Agamya R Jain" userId="5379bb5ac236f65f" providerId="Windows Live" clId="Web-{A209522E-A4BC-132A-0764-321E6E78EA42}" dt="2026-08-10T17:26:42.553" v="91" actId="20577"/>
          <ac:spMkLst>
            <pc:docMk/>
            <pc:sldMk cId="0" sldId="259"/>
            <ac:spMk id="233" creationId="{00000000-0000-0000-0000-000000000000}"/>
          </ac:spMkLst>
        </pc:spChg>
        <pc:spChg chg="mod">
          <ac:chgData name="Agamya R Jain" userId="5379bb5ac236f65f" providerId="Windows Live" clId="Web-{A209522E-A4BC-132A-0764-321E6E78EA42}" dt="2026-08-10T17:26:32.334" v="88" actId="20577"/>
          <ac:spMkLst>
            <pc:docMk/>
            <pc:sldMk cId="0" sldId="259"/>
            <ac:spMk id="234" creationId="{00000000-0000-0000-0000-000000000000}"/>
          </ac:spMkLst>
        </pc:spChg>
        <pc:spChg chg="mod">
          <ac:chgData name="Agamya R Jain" userId="5379bb5ac236f65f" providerId="Windows Live" clId="Web-{A209522E-A4BC-132A-0764-321E6E78EA42}" dt="2026-08-10T16:23:47.456" v="46" actId="20577"/>
          <ac:spMkLst>
            <pc:docMk/>
            <pc:sldMk cId="0" sldId="259"/>
            <ac:spMk id="236" creationId="{00000000-0000-0000-0000-000000000000}"/>
          </ac:spMkLst>
        </pc:spChg>
        <pc:graphicFrameChg chg="add mod">
          <ac:chgData name="Agamya R Jain" userId="5379bb5ac236f65f" providerId="Windows Live" clId="Web-{A209522E-A4BC-132A-0764-321E6E78EA42}" dt="2026-08-10T16:23:17.268" v="43" actId="1076"/>
          <ac:graphicFrameMkLst>
            <pc:docMk/>
            <pc:sldMk cId="0" sldId="259"/>
            <ac:graphicFrameMk id="6" creationId="{F32FA522-54E2-4542-8D67-F4FCEC2635F8}"/>
          </ac:graphicFrameMkLst>
        </pc:graphicFrameChg>
        <pc:picChg chg="mod modCrop">
          <ac:chgData name="Agamya R Jain" userId="5379bb5ac236f65f" providerId="Windows Live" clId="Web-{A209522E-A4BC-132A-0764-321E6E78EA42}" dt="2026-08-10T16:23:09.721" v="41"/>
          <ac:picMkLst>
            <pc:docMk/>
            <pc:sldMk cId="0" sldId="259"/>
            <ac:picMk id="13" creationId="{36CA6DAD-4F34-76E5-9841-2E957F1954C6}"/>
          </ac:picMkLst>
        </pc:picChg>
      </pc:sldChg>
      <pc:sldChg chg="addSp delSp modSp">
        <pc:chgData name="Agamya R Jain" userId="5379bb5ac236f65f" providerId="Windows Live" clId="Web-{A209522E-A4BC-132A-0764-321E6E78EA42}" dt="2026-08-10T17:56:52.808" v="253" actId="14100"/>
        <pc:sldMkLst>
          <pc:docMk/>
          <pc:sldMk cId="0" sldId="260"/>
        </pc:sldMkLst>
        <pc:spChg chg="mod ord">
          <ac:chgData name="Agamya R Jain" userId="5379bb5ac236f65f" providerId="Windows Live" clId="Web-{A209522E-A4BC-132A-0764-321E6E78EA42}" dt="2026-08-10T17:55:50.853" v="249" actId="14100"/>
          <ac:spMkLst>
            <pc:docMk/>
            <pc:sldMk cId="0" sldId="260"/>
            <ac:spMk id="7" creationId="{AC704F99-E7EC-660B-CB3A-C4C7F9402967}"/>
          </ac:spMkLst>
        </pc:spChg>
        <pc:spChg chg="add mod">
          <ac:chgData name="Agamya R Jain" userId="5379bb5ac236f65f" providerId="Windows Live" clId="Web-{A209522E-A4BC-132A-0764-321E6E78EA42}" dt="2026-08-10T17:45:07.562" v="227" actId="1076"/>
          <ac:spMkLst>
            <pc:docMk/>
            <pc:sldMk cId="0" sldId="260"/>
            <ac:spMk id="14" creationId="{A3319B64-657E-F62E-794B-D75389A9CBD4}"/>
          </ac:spMkLst>
        </pc:spChg>
        <pc:spChg chg="add mod">
          <ac:chgData name="Agamya R Jain" userId="5379bb5ac236f65f" providerId="Windows Live" clId="Web-{A209522E-A4BC-132A-0764-321E6E78EA42}" dt="2026-08-10T17:44:50.608" v="223" actId="1076"/>
          <ac:spMkLst>
            <pc:docMk/>
            <pc:sldMk cId="0" sldId="260"/>
            <ac:spMk id="16" creationId="{5DDFB22C-8142-8B9C-47C7-A87933C4B939}"/>
          </ac:spMkLst>
        </pc:spChg>
        <pc:spChg chg="add mod">
          <ac:chgData name="Agamya R Jain" userId="5379bb5ac236f65f" providerId="Windows Live" clId="Web-{A209522E-A4BC-132A-0764-321E6E78EA42}" dt="2026-08-10T17:45:10.187" v="228" actId="1076"/>
          <ac:spMkLst>
            <pc:docMk/>
            <pc:sldMk cId="0" sldId="260"/>
            <ac:spMk id="18" creationId="{2F15F33F-F87E-C13B-7DBC-EC7EF31C5971}"/>
          </ac:spMkLst>
        </pc:spChg>
        <pc:spChg chg="add mod">
          <ac:chgData name="Agamya R Jain" userId="5379bb5ac236f65f" providerId="Windows Live" clId="Web-{A209522E-A4BC-132A-0764-321E6E78EA42}" dt="2026-08-10T17:44:56.467" v="224" actId="1076"/>
          <ac:spMkLst>
            <pc:docMk/>
            <pc:sldMk cId="0" sldId="260"/>
            <ac:spMk id="20" creationId="{77815B8B-7034-C898-87D4-25D68BC73101}"/>
          </ac:spMkLst>
        </pc:spChg>
        <pc:spChg chg="add mod">
          <ac:chgData name="Agamya R Jain" userId="5379bb5ac236f65f" providerId="Windows Live" clId="Web-{A209522E-A4BC-132A-0764-321E6E78EA42}" dt="2026-08-10T17:45:04.155" v="226" actId="1076"/>
          <ac:spMkLst>
            <pc:docMk/>
            <pc:sldMk cId="0" sldId="260"/>
            <ac:spMk id="22" creationId="{0A49FE8F-87F3-9E8F-FD46-DE12211FA6EC}"/>
          </ac:spMkLst>
        </pc:spChg>
        <pc:spChg chg="add mod">
          <ac:chgData name="Agamya R Jain" userId="5379bb5ac236f65f" providerId="Windows Live" clId="Web-{A209522E-A4BC-132A-0764-321E6E78EA42}" dt="2026-08-10T17:45:01.046" v="225" actId="1076"/>
          <ac:spMkLst>
            <pc:docMk/>
            <pc:sldMk cId="0" sldId="260"/>
            <ac:spMk id="24" creationId="{E68C1586-5DDD-6D4F-6D00-D1D8962D501C}"/>
          </ac:spMkLst>
        </pc:spChg>
        <pc:spChg chg="add mod">
          <ac:chgData name="Agamya R Jain" userId="5379bb5ac236f65f" providerId="Windows Live" clId="Web-{A209522E-A4BC-132A-0764-321E6E78EA42}" dt="2026-08-10T17:44:35.279" v="219" actId="1076"/>
          <ac:spMkLst>
            <pc:docMk/>
            <pc:sldMk cId="0" sldId="260"/>
            <ac:spMk id="26" creationId="{FEB59D9B-F24A-FDBC-A5DF-BED974878A1E}"/>
          </ac:spMkLst>
        </pc:spChg>
        <pc:graphicFrameChg chg="add mod">
          <ac:chgData name="Agamya R Jain" userId="5379bb5ac236f65f" providerId="Windows Live" clId="Web-{A209522E-A4BC-132A-0764-321E6E78EA42}" dt="2026-08-10T17:55:44.056" v="248" actId="1076"/>
          <ac:graphicFrameMkLst>
            <pc:docMk/>
            <pc:sldMk cId="0" sldId="260"/>
            <ac:graphicFrameMk id="11" creationId="{7FE7381E-8BBC-BA44-E32F-6BCA26DBC8FB}"/>
          </ac:graphicFrameMkLst>
        </pc:graphicFrameChg>
        <pc:graphicFrameChg chg="add mod">
          <ac:chgData name="Agamya R Jain" userId="5379bb5ac236f65f" providerId="Windows Live" clId="Web-{A209522E-A4BC-132A-0764-321E6E78EA42}" dt="2026-08-10T17:56:52.808" v="253" actId="14100"/>
          <ac:graphicFrameMkLst>
            <pc:docMk/>
            <pc:sldMk cId="0" sldId="260"/>
            <ac:graphicFrameMk id="13" creationId="{FA71D5FC-BE2C-4FFD-914C-DDA76AB84CBB}"/>
          </ac:graphicFrameMkLst>
        </pc:graphicFrameChg>
        <pc:picChg chg="add mod">
          <ac:chgData name="Agamya R Jain" userId="5379bb5ac236f65f" providerId="Windows Live" clId="Web-{A209522E-A4BC-132A-0764-321E6E78EA42}" dt="2026-08-10T17:44:45.811" v="220" actId="14100"/>
          <ac:picMkLst>
            <pc:docMk/>
            <pc:sldMk cId="0" sldId="260"/>
            <ac:picMk id="4" creationId="{CFBCBA8E-B6EA-CB1A-87EE-5AAC20D613C4}"/>
          </ac:picMkLst>
        </pc:picChg>
        <pc:picChg chg="add mod">
          <ac:chgData name="Agamya R Jain" userId="5379bb5ac236f65f" providerId="Windows Live" clId="Web-{A209522E-A4BC-132A-0764-321E6E78EA42}" dt="2026-08-10T17:44:45.873" v="221" actId="14100"/>
          <ac:picMkLst>
            <pc:docMk/>
            <pc:sldMk cId="0" sldId="260"/>
            <ac:picMk id="10" creationId="{F9779B5D-5757-AFE9-3810-82258733C113}"/>
          </ac:picMkLst>
        </pc:picChg>
        <pc:picChg chg="add mod">
          <ac:chgData name="Agamya R Jain" userId="5379bb5ac236f65f" providerId="Windows Live" clId="Web-{A209522E-A4BC-132A-0764-321E6E78EA42}" dt="2026-08-10T17:44:45.936" v="222" actId="14100"/>
          <ac:picMkLst>
            <pc:docMk/>
            <pc:sldMk cId="0" sldId="260"/>
            <ac:picMk id="12" creationId="{A504CD10-D3CC-925C-1E87-D7AEC46C8BA8}"/>
          </ac:picMkLst>
        </pc:picChg>
      </pc:sldChg>
      <pc:sldChg chg="delSp modSp">
        <pc:chgData name="Agamya R Jain" userId="5379bb5ac236f65f" providerId="Windows Live" clId="Web-{A209522E-A4BC-132A-0764-321E6E78EA42}" dt="2026-08-10T17:59:30.127" v="276" actId="1076"/>
        <pc:sldMkLst>
          <pc:docMk/>
          <pc:sldMk cId="0" sldId="261"/>
        </pc:sldMkLst>
        <pc:picChg chg="mod">
          <ac:chgData name="Agamya R Jain" userId="5379bb5ac236f65f" providerId="Windows Live" clId="Web-{A209522E-A4BC-132A-0764-321E6E78EA42}" dt="2026-08-10T17:59:30.127" v="276" actId="1076"/>
          <ac:picMkLst>
            <pc:docMk/>
            <pc:sldMk cId="0" sldId="261"/>
            <ac:picMk id="275" creationId="{00000000-0000-0000-0000-000000000000}"/>
          </ac:picMkLst>
        </pc:picChg>
      </pc:sldChg>
    </pc:docChg>
  </pc:docChgLst>
  <pc:docChgLst>
    <pc:chgData name="Agamya R Jain" userId="5379bb5ac236f65f" providerId="Windows Live" clId="Web-{00000000-0000-0000-0000-000000000000}"/>
    <pc:docChg chg="addSld delSld modSld sldOrd">
      <pc:chgData name="Agamya R Jain" userId="5379bb5ac236f65f" providerId="Windows Live" clId="Web-{00000000-0000-0000-0000-000000000000}" dt="2026-08-31T16:15:20.701" v="1574" actId="1076"/>
      <pc:docMkLst>
        <pc:docMk/>
      </pc:docMkLst>
      <pc:sldChg chg="modSp">
        <pc:chgData name="Agamya R Jain" userId="5379bb5ac236f65f" providerId="Windows Live" clId="Web-{00000000-0000-0000-0000-000000000000}" dt="2026-08-27T09:41:10.178" v="1175" actId="20577"/>
        <pc:sldMkLst>
          <pc:docMk/>
          <pc:sldMk cId="0" sldId="256"/>
        </pc:sldMkLst>
        <pc:spChg chg="mod">
          <ac:chgData name="Agamya R Jain" userId="5379bb5ac236f65f" providerId="Windows Live" clId="Web-{00000000-0000-0000-0000-000000000000}" dt="2026-08-12T15:48:31.265" v="1041" actId="20577"/>
          <ac:spMkLst>
            <pc:docMk/>
            <pc:sldMk cId="0" sldId="256"/>
            <ac:spMk id="4" creationId="{C4969C39-8437-66A7-8B7D-3EED0AA09255}"/>
          </ac:spMkLst>
        </pc:spChg>
        <pc:spChg chg="mod">
          <ac:chgData name="Agamya R Jain" userId="5379bb5ac236f65f" providerId="Windows Live" clId="Web-{00000000-0000-0000-0000-000000000000}" dt="2026-08-13T08:19:38.426" v="1167" actId="1076"/>
          <ac:spMkLst>
            <pc:docMk/>
            <pc:sldMk cId="0" sldId="256"/>
            <ac:spMk id="9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1:10.178" v="1175" actId="20577"/>
          <ac:spMkLst>
            <pc:docMk/>
            <pc:sldMk cId="0" sldId="256"/>
            <ac:spMk id="97" creationId="{00000000-0000-0000-0000-000000000000}"/>
          </ac:spMkLst>
        </pc:spChg>
      </pc:sldChg>
      <pc:sldChg chg="addSp delSp modSp addAnim delAnim modAnim">
        <pc:chgData name="Agamya R Jain" userId="5379bb5ac236f65f" providerId="Windows Live" clId="Web-{00000000-0000-0000-0000-000000000000}" dt="2026-08-27T15:11:12.118" v="1493" actId="20577"/>
        <pc:sldMkLst>
          <pc:docMk/>
          <pc:sldMk cId="0" sldId="257"/>
        </pc:sldMkLst>
        <pc:spChg chg="add mod">
          <ac:chgData name="Agamya R Jain" userId="5379bb5ac236f65f" providerId="Windows Live" clId="Web-{00000000-0000-0000-0000-000000000000}" dt="2026-08-27T09:47:55.474" v="1301" actId="20577"/>
          <ac:spMkLst>
            <pc:docMk/>
            <pc:sldMk cId="0" sldId="257"/>
            <ac:spMk id="2" creationId="{D9F008F7-53F8-F55E-CF22-A01826725B43}"/>
          </ac:spMkLst>
        </pc:spChg>
        <pc:spChg chg="mod">
          <ac:chgData name="Agamya R Jain" userId="5379bb5ac236f65f" providerId="Windows Live" clId="Web-{00000000-0000-0000-0000-000000000000}" dt="2026-08-12T15:48:34.016" v="1042" actId="20577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5:46.313" v="1251" actId="1076"/>
          <ac:spMkLst>
            <pc:docMk/>
            <pc:sldMk cId="0" sldId="257"/>
            <ac:spMk id="12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4:23.388" v="1239" actId="14100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3:50.387" v="1231" actId="1076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3:57.356" v="1233" actId="14100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5:06.968" v="1241" actId="1076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2:29.172" v="1423" actId="20577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2:45.704" v="1427" actId="20577"/>
          <ac:spMkLst>
            <pc:docMk/>
            <pc:sldMk cId="0" sldId="257"/>
            <ac:spMk id="13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15:11:12.118" v="1493" actId="20577"/>
          <ac:spMkLst>
            <pc:docMk/>
            <pc:sldMk cId="0" sldId="257"/>
            <ac:spMk id="154" creationId="{00000000-0000-0000-0000-000000000000}"/>
          </ac:spMkLst>
        </pc:spChg>
        <pc:picChg chg="mod">
          <ac:chgData name="Agamya R Jain" userId="5379bb5ac236f65f" providerId="Windows Live" clId="Web-{00000000-0000-0000-0000-000000000000}" dt="2026-08-27T09:44:03.043" v="1234" actId="1076"/>
          <ac:picMkLst>
            <pc:docMk/>
            <pc:sldMk cId="0" sldId="257"/>
            <ac:picMk id="4" creationId="{006B0817-9DC2-FB46-E90A-76DD5818D3A7}"/>
          </ac:picMkLst>
        </pc:picChg>
        <pc:picChg chg="mod">
          <ac:chgData name="Agamya R Jain" userId="5379bb5ac236f65f" providerId="Windows Live" clId="Web-{00000000-0000-0000-0000-000000000000}" dt="2026-08-27T09:52:15.890" v="1420" actId="1076"/>
          <ac:picMkLst>
            <pc:docMk/>
            <pc:sldMk cId="0" sldId="257"/>
            <ac:picMk id="5" creationId="{45FCB628-E2B3-72BB-32EC-A67951752D34}"/>
          </ac:picMkLst>
        </pc:picChg>
        <pc:picChg chg="mod">
          <ac:chgData name="Agamya R Jain" userId="5379bb5ac236f65f" providerId="Windows Live" clId="Web-{00000000-0000-0000-0000-000000000000}" dt="2026-08-27T09:45:22.906" v="1243" actId="14100"/>
          <ac:picMkLst>
            <pc:docMk/>
            <pc:sldMk cId="0" sldId="257"/>
            <ac:picMk id="10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5:22.968" v="1244" actId="14100"/>
          <ac:picMkLst>
            <pc:docMk/>
            <pc:sldMk cId="0" sldId="257"/>
            <ac:picMk id="105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5:23.031" v="1245" actId="14100"/>
          <ac:picMkLst>
            <pc:docMk/>
            <pc:sldMk cId="0" sldId="257"/>
            <ac:picMk id="106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3:21.495" v="1222" actId="1076"/>
          <ac:picMkLst>
            <pc:docMk/>
            <pc:sldMk cId="0" sldId="257"/>
            <ac:picMk id="148" creationId="{00000000-0000-0000-0000-000000000000}"/>
          </ac:picMkLst>
        </pc:picChg>
      </pc:sldChg>
      <pc:sldChg chg="addSp delSp modSp">
        <pc:chgData name="Agamya R Jain" userId="5379bb5ac236f65f" providerId="Windows Live" clId="Web-{00000000-0000-0000-0000-000000000000}" dt="2026-08-27T09:56:35.306" v="1481" actId="20577"/>
        <pc:sldMkLst>
          <pc:docMk/>
          <pc:sldMk cId="0" sldId="258"/>
        </pc:sldMkLst>
        <pc:spChg chg="add mod">
          <ac:chgData name="Agamya R Jain" userId="5379bb5ac236f65f" providerId="Windows Live" clId="Web-{00000000-0000-0000-0000-000000000000}" dt="2026-08-27T09:51:10.450" v="1417" actId="1076"/>
          <ac:spMkLst>
            <pc:docMk/>
            <pc:sldMk cId="0" sldId="258"/>
            <ac:spMk id="2" creationId="{64B0FA88-EB2C-2307-AD80-627928C282AA}"/>
          </ac:spMkLst>
        </pc:spChg>
        <pc:spChg chg="mod">
          <ac:chgData name="Agamya R Jain" userId="5379bb5ac236f65f" providerId="Windows Live" clId="Web-{00000000-0000-0000-0000-000000000000}" dt="2026-08-12T15:49:30.004" v="1062" actId="14100"/>
          <ac:spMkLst>
            <pc:docMk/>
            <pc:sldMk cId="0" sldId="258"/>
            <ac:spMk id="17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00.072" v="1403"/>
          <ac:spMkLst>
            <pc:docMk/>
            <pc:sldMk cId="0" sldId="258"/>
            <ac:spMk id="17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00.072" v="1404"/>
          <ac:spMkLst>
            <pc:docMk/>
            <pc:sldMk cId="0" sldId="258"/>
            <ac:spMk id="17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00.072" v="1405"/>
          <ac:spMkLst>
            <pc:docMk/>
            <pc:sldMk cId="0" sldId="258"/>
            <ac:spMk id="17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00.072" v="1406"/>
          <ac:spMkLst>
            <pc:docMk/>
            <pc:sldMk cId="0" sldId="258"/>
            <ac:spMk id="17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00.088" v="1407"/>
          <ac:spMkLst>
            <pc:docMk/>
            <pc:sldMk cId="0" sldId="258"/>
            <ac:spMk id="17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00.088" v="1408"/>
          <ac:spMkLst>
            <pc:docMk/>
            <pc:sldMk cId="0" sldId="258"/>
            <ac:spMk id="179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09.414" v="1360"/>
          <ac:spMkLst>
            <pc:docMk/>
            <pc:sldMk cId="0" sldId="258"/>
            <ac:spMk id="180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19.618" v="1370" actId="1076"/>
          <ac:spMkLst>
            <pc:docMk/>
            <pc:sldMk cId="0" sldId="258"/>
            <ac:spMk id="18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09.430" v="1362"/>
          <ac:spMkLst>
            <pc:docMk/>
            <pc:sldMk cId="0" sldId="258"/>
            <ac:spMk id="18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09.430" v="1363"/>
          <ac:spMkLst>
            <pc:docMk/>
            <pc:sldMk cId="0" sldId="258"/>
            <ac:spMk id="18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09.430" v="1364"/>
          <ac:spMkLst>
            <pc:docMk/>
            <pc:sldMk cId="0" sldId="258"/>
            <ac:spMk id="18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09.430" v="1365"/>
          <ac:spMkLst>
            <pc:docMk/>
            <pc:sldMk cId="0" sldId="258"/>
            <ac:spMk id="18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25.480" v="1412" actId="14100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30.683" v="1414" actId="20577"/>
          <ac:spMkLst>
            <pc:docMk/>
            <pc:sldMk cId="0" sldId="258"/>
            <ac:spMk id="189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50:37.089" v="1415" actId="14100"/>
          <ac:spMkLst>
            <pc:docMk/>
            <pc:sldMk cId="0" sldId="258"/>
            <ac:spMk id="19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15.165" v="1369" actId="14100"/>
          <ac:spMkLst>
            <pc:docMk/>
            <pc:sldMk cId="0" sldId="258"/>
            <ac:spMk id="19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23.399" v="1371" actId="14100"/>
          <ac:spMkLst>
            <pc:docMk/>
            <pc:sldMk cId="0" sldId="258"/>
            <ac:spMk id="19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9:49:31.681" v="1372" actId="14100"/>
          <ac:spMkLst>
            <pc:docMk/>
            <pc:sldMk cId="0" sldId="258"/>
            <ac:spMk id="201" creationId="{00000000-0000-0000-0000-000000000000}"/>
          </ac:spMkLst>
        </pc:spChg>
        <pc:graphicFrameChg chg="add mod modGraphic">
          <ac:chgData name="Agamya R Jain" userId="5379bb5ac236f65f" providerId="Windows Live" clId="Web-{00000000-0000-0000-0000-000000000000}" dt="2026-08-27T09:56:35.306" v="1481" actId="20577"/>
          <ac:graphicFrameMkLst>
            <pc:docMk/>
            <pc:sldMk cId="0" sldId="258"/>
            <ac:graphicFrameMk id="3" creationId="{848E512B-D7E7-1C12-C685-120AFF7F6C92}"/>
          </ac:graphicFrameMkLst>
        </pc:graphicFrameChg>
        <pc:picChg chg="mod">
          <ac:chgData name="Agamya R Jain" userId="5379bb5ac236f65f" providerId="Windows Live" clId="Web-{00000000-0000-0000-0000-000000000000}" dt="2026-08-27T09:49:47.431" v="1373" actId="14100"/>
          <ac:picMkLst>
            <pc:docMk/>
            <pc:sldMk cId="0" sldId="258"/>
            <ac:picMk id="160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7.463" v="1374" actId="14100"/>
          <ac:picMkLst>
            <pc:docMk/>
            <pc:sldMk cId="0" sldId="258"/>
            <ac:picMk id="161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7.494" v="1375" actId="14100"/>
          <ac:picMkLst>
            <pc:docMk/>
            <pc:sldMk cId="0" sldId="258"/>
            <ac:picMk id="162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367" v="1330" actId="14100"/>
          <ac:picMkLst>
            <pc:docMk/>
            <pc:sldMk cId="0" sldId="258"/>
            <ac:picMk id="163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398" v="1331" actId="14100"/>
          <ac:picMkLst>
            <pc:docMk/>
            <pc:sldMk cId="0" sldId="258"/>
            <ac:picMk id="16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429" v="1332" actId="14100"/>
          <ac:picMkLst>
            <pc:docMk/>
            <pc:sldMk cId="0" sldId="258"/>
            <ac:picMk id="165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7.775" v="1383" actId="14100"/>
          <ac:picMkLst>
            <pc:docMk/>
            <pc:sldMk cId="0" sldId="258"/>
            <ac:picMk id="187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7.806" v="1384" actId="14100"/>
          <ac:picMkLst>
            <pc:docMk/>
            <pc:sldMk cId="0" sldId="258"/>
            <ac:picMk id="188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7.869" v="1386" actId="14100"/>
          <ac:picMkLst>
            <pc:docMk/>
            <pc:sldMk cId="0" sldId="258"/>
            <ac:picMk id="190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7.900" v="1387" actId="14100"/>
          <ac:picMkLst>
            <pc:docMk/>
            <pc:sldMk cId="0" sldId="258"/>
            <ac:picMk id="191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7.978" v="1389" actId="14100"/>
          <ac:picMkLst>
            <pc:docMk/>
            <pc:sldMk cId="0" sldId="258"/>
            <ac:picMk id="193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8.009" v="1390" actId="14100"/>
          <ac:picMkLst>
            <pc:docMk/>
            <pc:sldMk cId="0" sldId="258"/>
            <ac:picMk id="19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695" v="1340" actId="14100"/>
          <ac:picMkLst>
            <pc:docMk/>
            <pc:sldMk cId="0" sldId="258"/>
            <ac:picMk id="196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726" v="1341" actId="14100"/>
          <ac:picMkLst>
            <pc:docMk/>
            <pc:sldMk cId="0" sldId="258"/>
            <ac:picMk id="197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789" v="1343" actId="14100"/>
          <ac:picMkLst>
            <pc:docMk/>
            <pc:sldMk cId="0" sldId="258"/>
            <ac:picMk id="199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820" v="1344" actId="14100"/>
          <ac:picMkLst>
            <pc:docMk/>
            <pc:sldMk cId="0" sldId="258"/>
            <ac:picMk id="200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882" v="1346" actId="14100"/>
          <ac:picMkLst>
            <pc:docMk/>
            <pc:sldMk cId="0" sldId="258"/>
            <ac:picMk id="202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914" v="1347" actId="14100"/>
          <ac:picMkLst>
            <pc:docMk/>
            <pc:sldMk cId="0" sldId="258"/>
            <ac:picMk id="203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8.041" v="1391" actId="14100"/>
          <ac:picMkLst>
            <pc:docMk/>
            <pc:sldMk cId="0" sldId="258"/>
            <ac:picMk id="20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8.072" v="1392" actId="14100"/>
          <ac:picMkLst>
            <pc:docMk/>
            <pc:sldMk cId="0" sldId="258"/>
            <ac:picMk id="205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9:48.103" v="1393" actId="14100"/>
          <ac:picMkLst>
            <pc:docMk/>
            <pc:sldMk cId="0" sldId="258"/>
            <ac:picMk id="206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945" v="1348" actId="14100"/>
          <ac:picMkLst>
            <pc:docMk/>
            <pc:sldMk cId="0" sldId="258"/>
            <ac:picMk id="207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2.976" v="1349" actId="14100"/>
          <ac:picMkLst>
            <pc:docMk/>
            <pc:sldMk cId="0" sldId="258"/>
            <ac:picMk id="208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7T09:48:53.007" v="1350" actId="14100"/>
          <ac:picMkLst>
            <pc:docMk/>
            <pc:sldMk cId="0" sldId="258"/>
            <ac:picMk id="209" creationId="{00000000-0000-0000-0000-000000000000}"/>
          </ac:picMkLst>
        </pc:picChg>
      </pc:sldChg>
      <pc:sldChg chg="modSp">
        <pc:chgData name="Agamya R Jain" userId="5379bb5ac236f65f" providerId="Windows Live" clId="Web-{00000000-0000-0000-0000-000000000000}" dt="2026-08-12T15:49:22.941" v="1061" actId="14100"/>
        <pc:sldMkLst>
          <pc:docMk/>
          <pc:sldMk cId="0" sldId="259"/>
        </pc:sldMkLst>
        <pc:spChg chg="mod">
          <ac:chgData name="Agamya R Jain" userId="5379bb5ac236f65f" providerId="Windows Live" clId="Web-{00000000-0000-0000-0000-000000000000}" dt="2026-08-12T15:49:22.941" v="1061" actId="14100"/>
          <ac:spMkLst>
            <pc:docMk/>
            <pc:sldMk cId="0" sldId="259"/>
            <ac:spMk id="229" creationId="{00000000-0000-0000-0000-000000000000}"/>
          </ac:spMkLst>
        </pc:spChg>
      </pc:sldChg>
      <pc:sldChg chg="addSp delSp modSp">
        <pc:chgData name="Agamya R Jain" userId="5379bb5ac236f65f" providerId="Windows Live" clId="Web-{00000000-0000-0000-0000-000000000000}" dt="2026-08-12T15:49:17.675" v="1060" actId="14100"/>
        <pc:sldMkLst>
          <pc:docMk/>
          <pc:sldMk cId="0" sldId="260"/>
        </pc:sldMkLst>
        <pc:spChg chg="mod">
          <ac:chgData name="Agamya R Jain" userId="5379bb5ac236f65f" providerId="Windows Live" clId="Web-{00000000-0000-0000-0000-000000000000}" dt="2026-08-12T15:49:17.675" v="1060" actId="14100"/>
          <ac:spMkLst>
            <pc:docMk/>
            <pc:sldMk cId="0" sldId="260"/>
            <ac:spMk id="263" creationId="{00000000-0000-0000-0000-000000000000}"/>
          </ac:spMkLst>
        </pc:spChg>
      </pc:sldChg>
      <pc:sldChg chg="modSp">
        <pc:chgData name="Agamya R Jain" userId="5379bb5ac236f65f" providerId="Windows Live" clId="Web-{00000000-0000-0000-0000-000000000000}" dt="2026-08-12T15:49:10.643" v="1059" actId="14100"/>
        <pc:sldMkLst>
          <pc:docMk/>
          <pc:sldMk cId="0" sldId="261"/>
        </pc:sldMkLst>
        <pc:spChg chg="mod">
          <ac:chgData name="Agamya R Jain" userId="5379bb5ac236f65f" providerId="Windows Live" clId="Web-{00000000-0000-0000-0000-000000000000}" dt="2026-08-12T15:49:10.643" v="1059" actId="14100"/>
          <ac:spMkLst>
            <pc:docMk/>
            <pc:sldMk cId="0" sldId="261"/>
            <ac:spMk id="281" creationId="{00000000-0000-0000-0000-000000000000}"/>
          </ac:spMkLst>
        </pc:spChg>
      </pc:sldChg>
      <pc:sldChg chg="addSp delSp modSp">
        <pc:chgData name="Agamya R Jain" userId="5379bb5ac236f65f" providerId="Windows Live" clId="Web-{00000000-0000-0000-0000-000000000000}" dt="2026-08-27T16:24:09.311" v="1514" actId="20577"/>
        <pc:sldMkLst>
          <pc:docMk/>
          <pc:sldMk cId="0" sldId="264"/>
        </pc:sldMkLst>
        <pc:spChg chg="add mod">
          <ac:chgData name="Agamya R Jain" userId="5379bb5ac236f65f" providerId="Windows Live" clId="Web-{00000000-0000-0000-0000-000000000000}" dt="2026-08-12T09:58:37.471" v="278" actId="1076"/>
          <ac:spMkLst>
            <pc:docMk/>
            <pc:sldMk cId="0" sldId="264"/>
            <ac:spMk id="3" creationId="{7CA13F2F-143D-348B-0D01-E50A219598A7}"/>
          </ac:spMkLst>
        </pc:spChg>
        <pc:spChg chg="add mod">
          <ac:chgData name="Agamya R Jain" userId="5379bb5ac236f65f" providerId="Windows Live" clId="Web-{00000000-0000-0000-0000-000000000000}" dt="2026-08-12T09:46:30.884" v="164" actId="14100"/>
          <ac:spMkLst>
            <pc:docMk/>
            <pc:sldMk cId="0" sldId="264"/>
            <ac:spMk id="13" creationId="{7E03CB48-0C48-C90B-4B58-B95689330255}"/>
          </ac:spMkLst>
        </pc:spChg>
        <pc:spChg chg="add mod">
          <ac:chgData name="Agamya R Jain" userId="5379bb5ac236f65f" providerId="Windows Live" clId="Web-{00000000-0000-0000-0000-000000000000}" dt="2026-08-12T09:53:53.649" v="219" actId="1076"/>
          <ac:spMkLst>
            <pc:docMk/>
            <pc:sldMk cId="0" sldId="264"/>
            <ac:spMk id="15" creationId="{C7B4A906-B57D-C6ED-1A5B-0BEDA1E59720}"/>
          </ac:spMkLst>
        </pc:spChg>
        <pc:spChg chg="add del mod">
          <ac:chgData name="Agamya R Jain" userId="5379bb5ac236f65f" providerId="Windows Live" clId="Web-{00000000-0000-0000-0000-000000000000}" dt="2026-08-12T16:57:49.288" v="1152" actId="20577"/>
          <ac:spMkLst>
            <pc:docMk/>
            <pc:sldMk cId="0" sldId="264"/>
            <ac:spMk id="17" creationId="{76FBB9E0-1BFA-070F-214E-D7C6F7CEDD5E}"/>
          </ac:spMkLst>
        </pc:spChg>
        <pc:spChg chg="add mod">
          <ac:chgData name="Agamya R Jain" userId="5379bb5ac236f65f" providerId="Windows Live" clId="Web-{00000000-0000-0000-0000-000000000000}" dt="2026-08-12T09:54:08.821" v="223" actId="1076"/>
          <ac:spMkLst>
            <pc:docMk/>
            <pc:sldMk cId="0" sldId="264"/>
            <ac:spMk id="19" creationId="{0737FEF6-64B7-8B73-97AD-F0828652CF9C}"/>
          </ac:spMkLst>
        </pc:spChg>
        <pc:spChg chg="add mod">
          <ac:chgData name="Agamya R Jain" userId="5379bb5ac236f65f" providerId="Windows Live" clId="Web-{00000000-0000-0000-0000-000000000000}" dt="2026-08-27T16:24:09.311" v="1514" actId="20577"/>
          <ac:spMkLst>
            <pc:docMk/>
            <pc:sldMk cId="0" sldId="264"/>
            <ac:spMk id="21" creationId="{FE2298D9-7528-FC60-5171-2C08D262081C}"/>
          </ac:spMkLst>
        </pc:spChg>
        <pc:spChg chg="add mod">
          <ac:chgData name="Agamya R Jain" userId="5379bb5ac236f65f" providerId="Windows Live" clId="Web-{00000000-0000-0000-0000-000000000000}" dt="2026-08-12T09:55:35.871" v="238" actId="1076"/>
          <ac:spMkLst>
            <pc:docMk/>
            <pc:sldMk cId="0" sldId="264"/>
            <ac:spMk id="23" creationId="{F4C45426-7E4F-8FDC-D058-A880629EF17B}"/>
          </ac:spMkLst>
        </pc:spChg>
        <pc:spChg chg="add mod">
          <ac:chgData name="Agamya R Jain" userId="5379bb5ac236f65f" providerId="Windows Live" clId="Web-{00000000-0000-0000-0000-000000000000}" dt="2026-08-12T09:58:14.189" v="274" actId="1076"/>
          <ac:spMkLst>
            <pc:docMk/>
            <pc:sldMk cId="0" sldId="264"/>
            <ac:spMk id="25" creationId="{E6D5FB0F-B183-1259-7AC3-14FEA1F832F7}"/>
          </ac:spMkLst>
        </pc:spChg>
        <pc:spChg chg="add mod">
          <ac:chgData name="Agamya R Jain" userId="5379bb5ac236f65f" providerId="Windows Live" clId="Web-{00000000-0000-0000-0000-000000000000}" dt="2026-08-12T09:57:46.923" v="272" actId="20577"/>
          <ac:spMkLst>
            <pc:docMk/>
            <pc:sldMk cId="0" sldId="264"/>
            <ac:spMk id="26" creationId="{D1683631-C98D-022A-D8D6-7417028BAC39}"/>
          </ac:spMkLst>
        </pc:spChg>
        <pc:spChg chg="mod">
          <ac:chgData name="Agamya R Jain" userId="5379bb5ac236f65f" providerId="Windows Live" clId="Web-{00000000-0000-0000-0000-000000000000}" dt="2026-08-27T16:15:28.448" v="1506" actId="20577"/>
          <ac:spMkLst>
            <pc:docMk/>
            <pc:sldMk cId="0" sldId="264"/>
            <ac:spMk id="42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2T15:49:01.971" v="1058" actId="14100"/>
          <ac:spMkLst>
            <pc:docMk/>
            <pc:sldMk cId="0" sldId="264"/>
            <ac:spMk id="427" creationId="{00000000-0000-0000-0000-000000000000}"/>
          </ac:spMkLst>
        </pc:spChg>
        <pc:graphicFrameChg chg="add mod">
          <ac:chgData name="Agamya R Jain" userId="5379bb5ac236f65f" providerId="Windows Live" clId="Web-{00000000-0000-0000-0000-000000000000}" dt="2026-08-27T15:16:14.581" v="1498" actId="14100"/>
          <ac:graphicFrameMkLst>
            <pc:docMk/>
            <pc:sldMk cId="0" sldId="264"/>
            <ac:graphicFrameMk id="2" creationId="{345A9E5D-6B01-FEC2-2ED9-9D1DBBB9257B}"/>
          </ac:graphicFrameMkLst>
        </pc:graphicFrameChg>
        <pc:picChg chg="add mod">
          <ac:chgData name="Agamya R Jain" userId="5379bb5ac236f65f" providerId="Windows Live" clId="Web-{00000000-0000-0000-0000-000000000000}" dt="2026-08-12T09:53:57.774" v="220" actId="14100"/>
          <ac:picMkLst>
            <pc:docMk/>
            <pc:sldMk cId="0" sldId="264"/>
            <ac:picMk id="7" creationId="{5A377AEB-9258-537C-2767-65BB57151119}"/>
          </ac:picMkLst>
        </pc:picChg>
        <pc:picChg chg="add mod">
          <ac:chgData name="Agamya R Jain" userId="5379bb5ac236f65f" providerId="Windows Live" clId="Web-{00000000-0000-0000-0000-000000000000}" dt="2026-08-12T09:55:04.745" v="234" actId="14100"/>
          <ac:picMkLst>
            <pc:docMk/>
            <pc:sldMk cId="0" sldId="264"/>
            <ac:picMk id="9" creationId="{A391100D-D908-E26C-9415-1F2972E7B0A9}"/>
          </ac:picMkLst>
        </pc:picChg>
        <pc:picChg chg="add mod">
          <ac:chgData name="Agamya R Jain" userId="5379bb5ac236f65f" providerId="Windows Live" clId="Web-{00000000-0000-0000-0000-000000000000}" dt="2026-08-12T09:54:13.040" v="224" actId="14100"/>
          <ac:picMkLst>
            <pc:docMk/>
            <pc:sldMk cId="0" sldId="264"/>
            <ac:picMk id="11" creationId="{AFE27E51-1D21-45F0-197B-1E4ACFF37940}"/>
          </ac:picMkLst>
        </pc:picChg>
        <pc:picChg chg="add mod">
          <ac:chgData name="Agamya R Jain" userId="5379bb5ac236f65f" providerId="Windows Live" clId="Web-{00000000-0000-0000-0000-000000000000}" dt="2026-08-12T09:55:14.011" v="237" actId="14100"/>
          <ac:picMkLst>
            <pc:docMk/>
            <pc:sldMk cId="0" sldId="264"/>
            <ac:picMk id="24" creationId="{2054C4C9-DD7D-B5E2-3D88-EBA82ACDF41E}"/>
          </ac:picMkLst>
        </pc:picChg>
        <pc:picChg chg="mod">
          <ac:chgData name="Agamya R Jain" userId="5379bb5ac236f65f" providerId="Windows Live" clId="Web-{00000000-0000-0000-0000-000000000000}" dt="2026-08-12T09:58:21.143" v="275" actId="14100"/>
          <ac:picMkLst>
            <pc:docMk/>
            <pc:sldMk cId="0" sldId="264"/>
            <ac:picMk id="421" creationId="{00000000-0000-0000-0000-000000000000}"/>
          </ac:picMkLst>
        </pc:picChg>
      </pc:sldChg>
      <pc:sldChg chg="addSp delSp modSp">
        <pc:chgData name="Agamya R Jain" userId="5379bb5ac236f65f" providerId="Windows Live" clId="Web-{00000000-0000-0000-0000-000000000000}" dt="2026-08-12T15:50:23.789" v="1066" actId="1076"/>
        <pc:sldMkLst>
          <pc:docMk/>
          <pc:sldMk cId="0" sldId="265"/>
        </pc:sldMkLst>
        <pc:spChg chg="mod">
          <ac:chgData name="Agamya R Jain" userId="5379bb5ac236f65f" providerId="Windows Live" clId="Web-{00000000-0000-0000-0000-000000000000}" dt="2026-08-12T15:48:20.405" v="1039" actId="20577"/>
          <ac:spMkLst>
            <pc:docMk/>
            <pc:sldMk cId="0" sldId="265"/>
            <ac:spMk id="2" creationId="{521A149F-5822-6C71-5B6B-A8B54EB7D0DA}"/>
          </ac:spMkLst>
        </pc:spChg>
        <pc:spChg chg="mod">
          <ac:chgData name="Agamya R Jain" userId="5379bb5ac236f65f" providerId="Windows Live" clId="Web-{00000000-0000-0000-0000-000000000000}" dt="2026-08-12T15:50:23.789" v="1066" actId="1076"/>
          <ac:spMkLst>
            <pc:docMk/>
            <pc:sldMk cId="0" sldId="265"/>
            <ac:spMk id="46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12T15:26:19.602" v="822" actId="20577"/>
          <ac:spMkLst>
            <pc:docMk/>
            <pc:sldMk cId="0" sldId="265"/>
            <ac:spMk id="468" creationId="{00000000-0000-0000-0000-000000000000}"/>
          </ac:spMkLst>
        </pc:spChg>
        <pc:spChg chg="mod ord">
          <ac:chgData name="Agamya R Jain" userId="5379bb5ac236f65f" providerId="Windows Live" clId="Web-{00000000-0000-0000-0000-000000000000}" dt="2026-08-12T15:29:54.116" v="870" actId="14100"/>
          <ac:spMkLst>
            <pc:docMk/>
            <pc:sldMk cId="0" sldId="265"/>
            <ac:spMk id="469" creationId="{00000000-0000-0000-0000-000000000000}"/>
          </ac:spMkLst>
        </pc:spChg>
        <pc:graphicFrameChg chg="add mod modGraphic">
          <ac:chgData name="Agamya R Jain" userId="5379bb5ac236f65f" providerId="Windows Live" clId="Web-{00000000-0000-0000-0000-000000000000}" dt="2026-08-12T15:34:14.868" v="905" actId="14100"/>
          <ac:graphicFrameMkLst>
            <pc:docMk/>
            <pc:sldMk cId="0" sldId="265"/>
            <ac:graphicFrameMk id="3" creationId="{F522EDF9-EFC7-F281-ED1F-04B7C85357FA}"/>
          </ac:graphicFrameMkLst>
        </pc:graphicFrameChg>
        <pc:graphicFrameChg chg="add mod modGraphic">
          <ac:chgData name="Agamya R Jain" userId="5379bb5ac236f65f" providerId="Windows Live" clId="Web-{00000000-0000-0000-0000-000000000000}" dt="2026-08-12T15:34:45.026" v="909" actId="20577"/>
          <ac:graphicFrameMkLst>
            <pc:docMk/>
            <pc:sldMk cId="0" sldId="265"/>
            <ac:graphicFrameMk id="728" creationId="{34878D56-F620-CCCD-4077-857876B48211}"/>
          </ac:graphicFrameMkLst>
        </pc:graphicFrameChg>
        <pc:picChg chg="mod">
          <ac:chgData name="Agamya R Jain" userId="5379bb5ac236f65f" providerId="Windows Live" clId="Web-{00000000-0000-0000-0000-000000000000}" dt="2026-08-12T15:21:52.851" v="778" actId="14100"/>
          <ac:picMkLst>
            <pc:docMk/>
            <pc:sldMk cId="0" sldId="265"/>
            <ac:picMk id="460" creationId="{00000000-0000-0000-0000-000000000000}"/>
          </ac:picMkLst>
        </pc:picChg>
        <pc:picChg chg="add mod ord">
          <ac:chgData name="Agamya R Jain" userId="5379bb5ac236f65f" providerId="Windows Live" clId="Web-{00000000-0000-0000-0000-000000000000}" dt="2026-08-12T15:29:56.741" v="871" actId="14100"/>
          <ac:picMkLst>
            <pc:docMk/>
            <pc:sldMk cId="0" sldId="265"/>
            <ac:picMk id="681" creationId="{9FCB6025-EF80-B6F6-043D-85BE6B075DC5}"/>
          </ac:picMkLst>
        </pc:picChg>
        <pc:picChg chg="add mod">
          <ac:chgData name="Agamya R Jain" userId="5379bb5ac236f65f" providerId="Windows Live" clId="Web-{00000000-0000-0000-0000-000000000000}" dt="2026-08-12T15:31:11.918" v="882" actId="1076"/>
          <ac:picMkLst>
            <pc:docMk/>
            <pc:sldMk cId="0" sldId="265"/>
            <ac:picMk id="727" creationId="{EA1C1669-BCF1-2AEB-3BC0-16249FD8670B}"/>
          </ac:picMkLst>
        </pc:picChg>
      </pc:sldChg>
      <pc:sldChg chg="modSp">
        <pc:chgData name="Agamya R Jain" userId="5379bb5ac236f65f" providerId="Windows Live" clId="Web-{00000000-0000-0000-0000-000000000000}" dt="2026-08-27T16:13:11.068" v="1505" actId="14100"/>
        <pc:sldMkLst>
          <pc:docMk/>
          <pc:sldMk cId="2580363188" sldId="267"/>
        </pc:sldMkLst>
        <pc:spChg chg="mod">
          <ac:chgData name="Agamya R Jain" userId="5379bb5ac236f65f" providerId="Windows Live" clId="Web-{00000000-0000-0000-0000-000000000000}" dt="2026-08-27T16:13:11.068" v="1505" actId="14100"/>
          <ac:spMkLst>
            <pc:docMk/>
            <pc:sldMk cId="2580363188" sldId="267"/>
            <ac:spMk id="8" creationId="{83A08A78-9E05-FBBC-4904-618AC9DC125E}"/>
          </ac:spMkLst>
        </pc:spChg>
        <pc:spChg chg="mod">
          <ac:chgData name="Agamya R Jain" userId="5379bb5ac236f65f" providerId="Windows Live" clId="Web-{00000000-0000-0000-0000-000000000000}" dt="2026-08-12T15:48:51.111" v="1054" actId="20577"/>
          <ac:spMkLst>
            <pc:docMk/>
            <pc:sldMk cId="2580363188" sldId="267"/>
            <ac:spMk id="324" creationId="{0615899A-A81E-6B58-F4AA-096793DF5109}"/>
          </ac:spMkLst>
        </pc:spChg>
      </pc:sldChg>
      <pc:sldChg chg="addSp delSp modSp">
        <pc:chgData name="Agamya R Jain" userId="5379bb5ac236f65f" providerId="Windows Live" clId="Web-{00000000-0000-0000-0000-000000000000}" dt="2026-08-27T16:26:49.754" v="1543" actId="1076"/>
        <pc:sldMkLst>
          <pc:docMk/>
          <pc:sldMk cId="3301237541" sldId="269"/>
        </pc:sldMkLst>
        <pc:spChg chg="mod">
          <ac:chgData name="Agamya R Jain" userId="5379bb5ac236f65f" providerId="Windows Live" clId="Web-{00000000-0000-0000-0000-000000000000}" dt="2026-08-12T15:48:18.468" v="1038" actId="20577"/>
          <ac:spMkLst>
            <pc:docMk/>
            <pc:sldMk cId="3301237541" sldId="269"/>
            <ac:spMk id="2" creationId="{B2BFD2BE-AD18-2AD5-74F7-801B3BA0D833}"/>
          </ac:spMkLst>
        </pc:spChg>
        <pc:spChg chg="add mod">
          <ac:chgData name="Agamya R Jain" userId="5379bb5ac236f65f" providerId="Windows Live" clId="Web-{00000000-0000-0000-0000-000000000000}" dt="2026-08-12T15:08:55.362" v="655" actId="20577"/>
          <ac:spMkLst>
            <pc:docMk/>
            <pc:sldMk cId="3301237541" sldId="269"/>
            <ac:spMk id="8" creationId="{E835E865-15A4-5A8F-6C91-EB8299F4DADF}"/>
          </ac:spMkLst>
        </pc:spChg>
        <pc:spChg chg="add mod">
          <ac:chgData name="Agamya R Jain" userId="5379bb5ac236f65f" providerId="Windows Live" clId="Web-{00000000-0000-0000-0000-000000000000}" dt="2026-08-12T15:11:10.621" v="682" actId="1076"/>
          <ac:spMkLst>
            <pc:docMk/>
            <pc:sldMk cId="3301237541" sldId="269"/>
            <ac:spMk id="9" creationId="{1EB283C8-C1BD-E059-48C9-9D1ADC6CADEF}"/>
          </ac:spMkLst>
        </pc:spChg>
        <pc:spChg chg="add mod">
          <ac:chgData name="Agamya R Jain" userId="5379bb5ac236f65f" providerId="Windows Live" clId="Web-{00000000-0000-0000-0000-000000000000}" dt="2026-08-27T16:26:49.754" v="1543" actId="1076"/>
          <ac:spMkLst>
            <pc:docMk/>
            <pc:sldMk cId="3301237541" sldId="269"/>
            <ac:spMk id="10" creationId="{AA3E7115-1DAF-9F06-6C44-CE9B814758B7}"/>
          </ac:spMkLst>
        </pc:spChg>
        <pc:spChg chg="add mod">
          <ac:chgData name="Agamya R Jain" userId="5379bb5ac236f65f" providerId="Windows Live" clId="Web-{00000000-0000-0000-0000-000000000000}" dt="2026-08-12T14:31:03.711" v="416" actId="1076"/>
          <ac:spMkLst>
            <pc:docMk/>
            <pc:sldMk cId="3301237541" sldId="269"/>
            <ac:spMk id="11" creationId="{294EDFA9-0781-681C-CAB3-5F2ED33EE881}"/>
          </ac:spMkLst>
        </pc:spChg>
        <pc:spChg chg="add mod">
          <ac:chgData name="Agamya R Jain" userId="5379bb5ac236f65f" providerId="Windows Live" clId="Web-{00000000-0000-0000-0000-000000000000}" dt="2026-08-12T14:36:59.461" v="561" actId="14100"/>
          <ac:spMkLst>
            <pc:docMk/>
            <pc:sldMk cId="3301237541" sldId="269"/>
            <ac:spMk id="12" creationId="{CAEAD35F-FFEE-8D50-8FFD-D75F078D6ABA}"/>
          </ac:spMkLst>
        </pc:spChg>
        <pc:spChg chg="add mod">
          <ac:chgData name="Agamya R Jain" userId="5379bb5ac236f65f" providerId="Windows Live" clId="Web-{00000000-0000-0000-0000-000000000000}" dt="2026-08-12T14:31:42.494" v="423" actId="20577"/>
          <ac:spMkLst>
            <pc:docMk/>
            <pc:sldMk cId="3301237541" sldId="269"/>
            <ac:spMk id="13" creationId="{DF3825B7-072A-BFD6-32D0-A1698FC8DC2D}"/>
          </ac:spMkLst>
        </pc:spChg>
        <pc:spChg chg="mod">
          <ac:chgData name="Agamya R Jain" userId="5379bb5ac236f65f" providerId="Windows Live" clId="Web-{00000000-0000-0000-0000-000000000000}" dt="2026-08-12T14:26:25.538" v="392" actId="20577"/>
          <ac:spMkLst>
            <pc:docMk/>
            <pc:sldMk cId="3301237541" sldId="269"/>
            <ac:spMk id="14" creationId="{0A8A9900-9EAE-CE79-6692-A2B343F5F31A}"/>
          </ac:spMkLst>
        </pc:spChg>
        <pc:spChg chg="add mod">
          <ac:chgData name="Agamya R Jain" userId="5379bb5ac236f65f" providerId="Windows Live" clId="Web-{00000000-0000-0000-0000-000000000000}" dt="2026-08-12T14:42:42.163" v="600" actId="20577"/>
          <ac:spMkLst>
            <pc:docMk/>
            <pc:sldMk cId="3301237541" sldId="269"/>
            <ac:spMk id="15" creationId="{2D3C1795-DB72-222F-32DE-A18D91EDB93A}"/>
          </ac:spMkLst>
        </pc:spChg>
        <pc:spChg chg="add mod">
          <ac:chgData name="Agamya R Jain" userId="5379bb5ac236f65f" providerId="Windows Live" clId="Web-{00000000-0000-0000-0000-000000000000}" dt="2026-08-12T14:31:52.588" v="425" actId="20577"/>
          <ac:spMkLst>
            <pc:docMk/>
            <pc:sldMk cId="3301237541" sldId="269"/>
            <ac:spMk id="17" creationId="{1B43E519-EF47-2BF4-218A-F6A8841C07B7}"/>
          </ac:spMkLst>
        </pc:spChg>
        <pc:spChg chg="mod">
          <ac:chgData name="Agamya R Jain" userId="5379bb5ac236f65f" providerId="Windows Live" clId="Web-{00000000-0000-0000-0000-000000000000}" dt="2026-08-27T16:26:03.799" v="1531" actId="20577"/>
          <ac:spMkLst>
            <pc:docMk/>
            <pc:sldMk cId="3301237541" sldId="269"/>
            <ac:spMk id="18" creationId="{FEEE5DCF-4D8A-757F-B666-9AB76D7F46D2}"/>
          </ac:spMkLst>
        </pc:spChg>
        <pc:spChg chg="add mod">
          <ac:chgData name="Agamya R Jain" userId="5379bb5ac236f65f" providerId="Windows Live" clId="Web-{00000000-0000-0000-0000-000000000000}" dt="2026-08-12T14:43:04.039" v="603" actId="20577"/>
          <ac:spMkLst>
            <pc:docMk/>
            <pc:sldMk cId="3301237541" sldId="269"/>
            <ac:spMk id="19" creationId="{4CE7CE59-518E-7ADE-073C-08B5E8065AB8}"/>
          </ac:spMkLst>
        </pc:spChg>
        <pc:spChg chg="add mod">
          <ac:chgData name="Agamya R Jain" userId="5379bb5ac236f65f" providerId="Windows Live" clId="Web-{00000000-0000-0000-0000-000000000000}" dt="2026-08-12T15:12:19.469" v="695" actId="14100"/>
          <ac:spMkLst>
            <pc:docMk/>
            <pc:sldMk cId="3301237541" sldId="269"/>
            <ac:spMk id="20" creationId="{19B38B02-6ABB-CF7A-8D38-476FEEDAC0F6}"/>
          </ac:spMkLst>
        </pc:spChg>
        <pc:spChg chg="add mod">
          <ac:chgData name="Agamya R Jain" userId="5379bb5ac236f65f" providerId="Windows Live" clId="Web-{00000000-0000-0000-0000-000000000000}" dt="2026-08-12T15:12:37.111" v="697" actId="1076"/>
          <ac:spMkLst>
            <pc:docMk/>
            <pc:sldMk cId="3301237541" sldId="269"/>
            <ac:spMk id="23" creationId="{B85B6DC5-9D40-9ECE-611E-5AA45688C506}"/>
          </ac:spMkLst>
        </pc:spChg>
        <pc:spChg chg="add mod">
          <ac:chgData name="Agamya R Jain" userId="5379bb5ac236f65f" providerId="Windows Live" clId="Web-{00000000-0000-0000-0000-000000000000}" dt="2026-08-12T14:36:54.632" v="560" actId="14100"/>
          <ac:spMkLst>
            <pc:docMk/>
            <pc:sldMk cId="3301237541" sldId="269"/>
            <ac:spMk id="25" creationId="{5B4D431D-0C34-D7DA-F1AB-ABCE48129DF9}"/>
          </ac:spMkLst>
        </pc:spChg>
        <pc:spChg chg="add del mod">
          <ac:chgData name="Agamya R Jain" userId="5379bb5ac236f65f" providerId="Windows Live" clId="Web-{00000000-0000-0000-0000-000000000000}" dt="2026-08-12T14:38:22.464" v="582" actId="1076"/>
          <ac:spMkLst>
            <pc:docMk/>
            <pc:sldMk cId="3301237541" sldId="269"/>
            <ac:spMk id="27" creationId="{BE11E6F0-6733-7648-8E5D-3E7E116866E8}"/>
          </ac:spMkLst>
        </pc:spChg>
        <pc:spChg chg="add mod">
          <ac:chgData name="Agamya R Jain" userId="5379bb5ac236f65f" providerId="Windows Live" clId="Web-{00000000-0000-0000-0000-000000000000}" dt="2026-08-12T15:13:38.287" v="711" actId="14100"/>
          <ac:spMkLst>
            <pc:docMk/>
            <pc:sldMk cId="3301237541" sldId="269"/>
            <ac:spMk id="28" creationId="{CB054CD1-3083-F272-75B5-7CC74A8DC21F}"/>
          </ac:spMkLst>
        </pc:spChg>
        <pc:spChg chg="mod">
          <ac:chgData name="Agamya R Jain" userId="5379bb5ac236f65f" providerId="Windows Live" clId="Web-{00000000-0000-0000-0000-000000000000}" dt="2026-08-27T16:26:42.207" v="1542" actId="14100"/>
          <ac:spMkLst>
            <pc:docMk/>
            <pc:sldMk cId="3301237541" sldId="269"/>
            <ac:spMk id="425" creationId="{C9B5055E-834D-E764-B692-ABF093AFB764}"/>
          </ac:spMkLst>
        </pc:spChg>
        <pc:graphicFrameChg chg="add mod modGraphic">
          <ac:chgData name="Agamya R Jain" userId="5379bb5ac236f65f" providerId="Windows Live" clId="Web-{00000000-0000-0000-0000-000000000000}" dt="2026-08-12T14:34:43.111" v="506"/>
          <ac:graphicFrameMkLst>
            <pc:docMk/>
            <pc:sldMk cId="3301237541" sldId="269"/>
            <ac:graphicFrameMk id="21" creationId="{8248D4A1-8A35-B281-FFA2-C17057EC8181}"/>
          </ac:graphicFrameMkLst>
        </pc:graphicFrameChg>
        <pc:graphicFrameChg chg="add mod modGraphic">
          <ac:chgData name="Agamya R Jain" userId="5379bb5ac236f65f" providerId="Windows Live" clId="Web-{00000000-0000-0000-0000-000000000000}" dt="2026-08-12T14:35:40.941" v="556"/>
          <ac:graphicFrameMkLst>
            <pc:docMk/>
            <pc:sldMk cId="3301237541" sldId="269"/>
            <ac:graphicFrameMk id="24" creationId="{C85BB365-6E4E-2D63-8378-81226D3E885F}"/>
          </ac:graphicFrameMkLst>
        </pc:graphicFrameChg>
        <pc:picChg chg="add mod">
          <ac:chgData name="Agamya R Jain" userId="5379bb5ac236f65f" providerId="Windows Live" clId="Web-{00000000-0000-0000-0000-000000000000}" dt="2026-08-12T15:07:22.388" v="639" actId="14100"/>
          <ac:picMkLst>
            <pc:docMk/>
            <pc:sldMk cId="3301237541" sldId="269"/>
            <ac:picMk id="5" creationId="{2E31CA16-93C1-2226-FA23-A27DEDE407A4}"/>
          </ac:picMkLst>
        </pc:picChg>
        <pc:picChg chg="add mod">
          <ac:chgData name="Agamya R Jain" userId="5379bb5ac236f65f" providerId="Windows Live" clId="Web-{00000000-0000-0000-0000-000000000000}" dt="2026-08-12T15:08:24.798" v="651" actId="14100"/>
          <ac:picMkLst>
            <pc:docMk/>
            <pc:sldMk cId="3301237541" sldId="269"/>
            <ac:picMk id="6" creationId="{5B7CB8A6-9B98-A0DC-A9F8-FC9851359C12}"/>
          </ac:picMkLst>
        </pc:picChg>
        <pc:picChg chg="add mod">
          <ac:chgData name="Agamya R Jain" userId="5379bb5ac236f65f" providerId="Windows Live" clId="Web-{00000000-0000-0000-0000-000000000000}" dt="2026-08-12T15:07:46.592" v="643" actId="14100"/>
          <ac:picMkLst>
            <pc:docMk/>
            <pc:sldMk cId="3301237541" sldId="269"/>
            <ac:picMk id="7" creationId="{F7EDB28A-4A83-D853-52D4-B15D186EB07C}"/>
          </ac:picMkLst>
        </pc:picChg>
      </pc:sldChg>
      <pc:sldChg chg="addSp delSp modSp add mod ord setBg">
        <pc:chgData name="Agamya R Jain" userId="5379bb5ac236f65f" providerId="Windows Live" clId="Web-{00000000-0000-0000-0000-000000000000}" dt="2026-08-31T16:15:20.701" v="1574" actId="1076"/>
        <pc:sldMkLst>
          <pc:docMk/>
          <pc:sldMk cId="47425277" sldId="270"/>
        </pc:sldMkLst>
        <pc:spChg chg="add mod">
          <ac:chgData name="Agamya R Jain" userId="5379bb5ac236f65f" providerId="Windows Live" clId="Web-{00000000-0000-0000-0000-000000000000}" dt="2026-08-31T16:15:20.701" v="1574" actId="1076"/>
          <ac:spMkLst>
            <pc:docMk/>
            <pc:sldMk cId="47425277" sldId="270"/>
            <ac:spMk id="2" creationId="{80DC9835-21FA-5272-7274-12F350C7D8FB}"/>
          </ac:spMkLst>
        </pc:spChg>
        <pc:spChg chg="del">
          <ac:chgData name="Agamya R Jain" userId="5379bb5ac236f65f" providerId="Windows Live" clId="Web-{00000000-0000-0000-0000-000000000000}" dt="2026-08-31T16:12:17.632" v="1560"/>
          <ac:spMkLst>
            <pc:docMk/>
            <pc:sldMk cId="47425277" sldId="270"/>
            <ac:spMk id="597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7.632" v="1559"/>
          <ac:spMkLst>
            <pc:docMk/>
            <pc:sldMk cId="47425277" sldId="270"/>
            <ac:spMk id="59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6:15:01.497" v="1571" actId="1076"/>
          <ac:spMkLst>
            <pc:docMk/>
            <pc:sldMk cId="47425277" sldId="270"/>
            <ac:spMk id="599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1.757" v="1554"/>
          <ac:spMkLst>
            <pc:docMk/>
            <pc:sldMk cId="47425277" sldId="270"/>
            <ac:spMk id="600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1.757" v="1553"/>
          <ac:spMkLst>
            <pc:docMk/>
            <pc:sldMk cId="47425277" sldId="270"/>
            <ac:spMk id="601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1.757" v="1552"/>
          <ac:spMkLst>
            <pc:docMk/>
            <pc:sldMk cId="47425277" sldId="270"/>
            <ac:spMk id="602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1.757" v="1551"/>
          <ac:spMkLst>
            <pc:docMk/>
            <pc:sldMk cId="47425277" sldId="270"/>
            <ac:spMk id="603" creationId="{00000000-0000-0000-0000-000000000000}"/>
          </ac:spMkLst>
        </pc:spChg>
        <pc:spChg chg="add del mod">
          <ac:chgData name="Agamya R Jain" userId="5379bb5ac236f65f" providerId="Windows Live" clId="Web-{00000000-0000-0000-0000-000000000000}" dt="2026-08-31T16:12:11.757" v="1550"/>
          <ac:spMkLst>
            <pc:docMk/>
            <pc:sldMk cId="47425277" sldId="270"/>
            <ac:spMk id="604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1.757" v="1549"/>
          <ac:spMkLst>
            <pc:docMk/>
            <pc:sldMk cId="47425277" sldId="270"/>
            <ac:spMk id="605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1.757" v="1548"/>
          <ac:spMkLst>
            <pc:docMk/>
            <pc:sldMk cId="47425277" sldId="270"/>
            <ac:spMk id="606" creationId="{00000000-0000-0000-0000-000000000000}"/>
          </ac:spMkLst>
        </pc:spChg>
        <pc:spChg chg="del mod">
          <ac:chgData name="Agamya R Jain" userId="5379bb5ac236f65f" providerId="Windows Live" clId="Web-{00000000-0000-0000-0000-000000000000}" dt="2026-08-31T16:12:11.742" v="1547"/>
          <ac:spMkLst>
            <pc:docMk/>
            <pc:sldMk cId="47425277" sldId="270"/>
            <ac:spMk id="607" creationId="{00000000-0000-0000-0000-000000000000}"/>
          </ac:spMkLst>
        </pc:spChg>
        <pc:picChg chg="del">
          <ac:chgData name="Agamya R Jain" userId="5379bb5ac236f65f" providerId="Windows Live" clId="Web-{00000000-0000-0000-0000-000000000000}" dt="2026-08-31T16:12:17.632" v="1561"/>
          <ac:picMkLst>
            <pc:docMk/>
            <pc:sldMk cId="47425277" sldId="270"/>
            <ac:picMk id="592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12:11.757" v="1558"/>
          <ac:picMkLst>
            <pc:docMk/>
            <pc:sldMk cId="47425277" sldId="270"/>
            <ac:picMk id="593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12:11.757" v="1557"/>
          <ac:picMkLst>
            <pc:docMk/>
            <pc:sldMk cId="47425277" sldId="270"/>
            <ac:picMk id="594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12:11.757" v="1556"/>
          <ac:picMkLst>
            <pc:docMk/>
            <pc:sldMk cId="47425277" sldId="270"/>
            <ac:picMk id="595" creationId="{00000000-0000-0000-0000-000000000000}"/>
          </ac:picMkLst>
        </pc:picChg>
        <pc:picChg chg="del">
          <ac:chgData name="Agamya R Jain" userId="5379bb5ac236f65f" providerId="Windows Live" clId="Web-{00000000-0000-0000-0000-000000000000}" dt="2026-08-31T16:12:11.757" v="1555"/>
          <ac:picMkLst>
            <pc:docMk/>
            <pc:sldMk cId="47425277" sldId="270"/>
            <ac:picMk id="596" creationId="{00000000-0000-0000-0000-000000000000}"/>
          </ac:picMkLst>
        </pc:picChg>
      </pc:sldChg>
      <pc:sldChg chg="modSp">
        <pc:chgData name="Agamya R Jain" userId="5379bb5ac236f65f" providerId="Windows Live" clId="Web-{00000000-0000-0000-0000-000000000000}" dt="2026-08-12T16:46:52.972" v="1147"/>
        <pc:sldMkLst>
          <pc:docMk/>
          <pc:sldMk cId="512670093" sldId="271"/>
        </pc:sldMkLst>
        <pc:spChg chg="mod">
          <ac:chgData name="Agamya R Jain" userId="5379bb5ac236f65f" providerId="Windows Live" clId="Web-{00000000-0000-0000-0000-000000000000}" dt="2026-08-12T16:37:12.495" v="1091" actId="14100"/>
          <ac:spMkLst>
            <pc:docMk/>
            <pc:sldMk cId="512670093" sldId="271"/>
            <ac:spMk id="5" creationId="{CCDF38C7-E8E1-BACF-A52C-3C16B53BEA70}"/>
          </ac:spMkLst>
        </pc:spChg>
        <pc:spChg chg="mod">
          <ac:chgData name="Agamya R Jain" userId="5379bb5ac236f65f" providerId="Windows Live" clId="Web-{00000000-0000-0000-0000-000000000000}" dt="2026-08-12T16:33:53.753" v="1073"/>
          <ac:spMkLst>
            <pc:docMk/>
            <pc:sldMk cId="512670093" sldId="271"/>
            <ac:spMk id="9" creationId="{5EAED031-6A35-AFFE-3F1B-DCD0966C8986}"/>
          </ac:spMkLst>
        </pc:spChg>
        <pc:spChg chg="mod">
          <ac:chgData name="Agamya R Jain" userId="5379bb5ac236f65f" providerId="Windows Live" clId="Web-{00000000-0000-0000-0000-000000000000}" dt="2026-08-12T16:37:23.417" v="1092"/>
          <ac:spMkLst>
            <pc:docMk/>
            <pc:sldMk cId="512670093" sldId="271"/>
            <ac:spMk id="10" creationId="{85D82CF9-18C5-631B-ED1A-5544BF65FB5A}"/>
          </ac:spMkLst>
        </pc:spChg>
        <pc:spChg chg="mod">
          <ac:chgData name="Agamya R Jain" userId="5379bb5ac236f65f" providerId="Windows Live" clId="Web-{00000000-0000-0000-0000-000000000000}" dt="2026-08-12T16:33:53.753" v="1075"/>
          <ac:spMkLst>
            <pc:docMk/>
            <pc:sldMk cId="512670093" sldId="271"/>
            <ac:spMk id="12" creationId="{09A49675-9E32-DA44-5774-0D282D1AD2A4}"/>
          </ac:spMkLst>
        </pc:spChg>
        <pc:spChg chg="mod">
          <ac:chgData name="Agamya R Jain" userId="5379bb5ac236f65f" providerId="Windows Live" clId="Web-{00000000-0000-0000-0000-000000000000}" dt="2026-08-12T16:37:36.074" v="1095" actId="1076"/>
          <ac:spMkLst>
            <pc:docMk/>
            <pc:sldMk cId="512670093" sldId="271"/>
            <ac:spMk id="13" creationId="{81A9DBFB-639E-687D-63F3-EB67015FC799}"/>
          </ac:spMkLst>
        </pc:spChg>
        <pc:spChg chg="mod">
          <ac:chgData name="Agamya R Jain" userId="5379bb5ac236f65f" providerId="Windows Live" clId="Web-{00000000-0000-0000-0000-000000000000}" dt="2026-08-12T16:33:53.753" v="1077"/>
          <ac:spMkLst>
            <pc:docMk/>
            <pc:sldMk cId="512670093" sldId="271"/>
            <ac:spMk id="14" creationId="{2E4C7050-728D-B589-5F18-30553C692FCE}"/>
          </ac:spMkLst>
        </pc:spChg>
        <pc:spChg chg="mod">
          <ac:chgData name="Agamya R Jain" userId="5379bb5ac236f65f" providerId="Windows Live" clId="Web-{00000000-0000-0000-0000-000000000000}" dt="2026-08-12T16:33:08.923" v="1072"/>
          <ac:spMkLst>
            <pc:docMk/>
            <pc:sldMk cId="512670093" sldId="271"/>
            <ac:spMk id="15" creationId="{5109A6B6-FC64-79F9-E453-F1CE65D13447}"/>
          </ac:spMkLst>
        </pc:spChg>
        <pc:spChg chg="mod">
          <ac:chgData name="Agamya R Jain" userId="5379bb5ac236f65f" providerId="Windows Live" clId="Web-{00000000-0000-0000-0000-000000000000}" dt="2026-08-12T16:32:20.655" v="1068" actId="20577"/>
          <ac:spMkLst>
            <pc:docMk/>
            <pc:sldMk cId="512670093" sldId="271"/>
            <ac:spMk id="16" creationId="{F58B61FF-2BDC-6B31-3E7F-CC47990A28B6}"/>
          </ac:spMkLst>
        </pc:spChg>
        <pc:spChg chg="mod">
          <ac:chgData name="Agamya R Jain" userId="5379bb5ac236f65f" providerId="Windows Live" clId="Web-{00000000-0000-0000-0000-000000000000}" dt="2026-08-12T16:32:30.218" v="1069" actId="20577"/>
          <ac:spMkLst>
            <pc:docMk/>
            <pc:sldMk cId="512670093" sldId="271"/>
            <ac:spMk id="17" creationId="{FFE93379-F2C2-8F67-D5D7-4357B5AD5B61}"/>
          </ac:spMkLst>
        </pc:spChg>
        <pc:spChg chg="mod">
          <ac:chgData name="Agamya R Jain" userId="5379bb5ac236f65f" providerId="Windows Live" clId="Web-{00000000-0000-0000-0000-000000000000}" dt="2026-08-12T16:32:39" v="1070" actId="20577"/>
          <ac:spMkLst>
            <pc:docMk/>
            <pc:sldMk cId="512670093" sldId="271"/>
            <ac:spMk id="18" creationId="{D5DDEA0A-2DED-98F3-79BA-08A3CFCB60EF}"/>
          </ac:spMkLst>
        </pc:spChg>
        <pc:spChg chg="mod">
          <ac:chgData name="Agamya R Jain" userId="5379bb5ac236f65f" providerId="Windows Live" clId="Web-{00000000-0000-0000-0000-000000000000}" dt="2026-08-12T16:34:05.628" v="1079"/>
          <ac:spMkLst>
            <pc:docMk/>
            <pc:sldMk cId="512670093" sldId="271"/>
            <ac:spMk id="20" creationId="{76422484-0430-5F3C-9CD4-96F79E4ECAFF}"/>
          </ac:spMkLst>
        </pc:spChg>
        <pc:spChg chg="mod">
          <ac:chgData name="Agamya R Jain" userId="5379bb5ac236f65f" providerId="Windows Live" clId="Web-{00000000-0000-0000-0000-000000000000}" dt="2026-08-12T16:33:54.315" v="1078"/>
          <ac:spMkLst>
            <pc:docMk/>
            <pc:sldMk cId="512670093" sldId="271"/>
            <ac:spMk id="21" creationId="{D84DB855-F74C-6725-E99D-909EB6B16787}"/>
          </ac:spMkLst>
        </pc:spChg>
        <pc:spChg chg="mod">
          <ac:chgData name="Agamya R Jain" userId="5379bb5ac236f65f" providerId="Windows Live" clId="Web-{00000000-0000-0000-0000-000000000000}" dt="2026-08-12T16:37:07.120" v="1090" actId="14100"/>
          <ac:spMkLst>
            <pc:docMk/>
            <pc:sldMk cId="512670093" sldId="271"/>
            <ac:spMk id="22" creationId="{EDA5FD21-A3D9-156A-C557-1E84DB22C88D}"/>
          </ac:spMkLst>
        </pc:spChg>
        <pc:spChg chg="mod">
          <ac:chgData name="Agamya R Jain" userId="5379bb5ac236f65f" providerId="Windows Live" clId="Web-{00000000-0000-0000-0000-000000000000}" dt="2026-08-12T16:46:52.972" v="1147"/>
          <ac:spMkLst>
            <pc:docMk/>
            <pc:sldMk cId="512670093" sldId="271"/>
            <ac:spMk id="40" creationId="{459FB0C4-AADB-3B43-8E4F-AA8E0EFEDB13}"/>
          </ac:spMkLst>
        </pc:spChg>
        <pc:spChg chg="mod">
          <ac:chgData name="Agamya R Jain" userId="5379bb5ac236f65f" providerId="Windows Live" clId="Web-{00000000-0000-0000-0000-000000000000}" dt="2026-08-12T16:38:48.280" v="1096" actId="14100"/>
          <ac:spMkLst>
            <pc:docMk/>
            <pc:sldMk cId="512670093" sldId="271"/>
            <ac:spMk id="42" creationId="{E903BA65-4CF8-79BE-8F86-6D652A3801B8}"/>
          </ac:spMkLst>
        </pc:spChg>
        <pc:spChg chg="mod">
          <ac:chgData name="Agamya R Jain" userId="5379bb5ac236f65f" providerId="Windows Live" clId="Web-{00000000-0000-0000-0000-000000000000}" dt="2026-08-12T16:36:13.977" v="1080"/>
          <ac:spMkLst>
            <pc:docMk/>
            <pc:sldMk cId="512670093" sldId="271"/>
            <ac:spMk id="46" creationId="{14B55BAF-30F0-35B6-6AE9-81C7C996FDC2}"/>
          </ac:spMkLst>
        </pc:spChg>
        <pc:spChg chg="mod">
          <ac:chgData name="Agamya R Jain" userId="5379bb5ac236f65f" providerId="Windows Live" clId="Web-{00000000-0000-0000-0000-000000000000}" dt="2026-08-12T16:36:13.977" v="1081"/>
          <ac:spMkLst>
            <pc:docMk/>
            <pc:sldMk cId="512670093" sldId="271"/>
            <ac:spMk id="49" creationId="{20230881-30AD-21AE-D1C7-29F9DA6F04C5}"/>
          </ac:spMkLst>
        </pc:spChg>
        <pc:spChg chg="mod">
          <ac:chgData name="Agamya R Jain" userId="5379bb5ac236f65f" providerId="Windows Live" clId="Web-{00000000-0000-0000-0000-000000000000}" dt="2026-08-12T16:36:35.806" v="1087" actId="20577"/>
          <ac:spMkLst>
            <pc:docMk/>
            <pc:sldMk cId="512670093" sldId="271"/>
            <ac:spMk id="51" creationId="{5FBBA8C6-FCFA-81DA-2BBB-56A55249D647}"/>
          </ac:spMkLst>
        </pc:spChg>
        <pc:spChg chg="mod">
          <ac:chgData name="Agamya R Jain" userId="5379bb5ac236f65f" providerId="Windows Live" clId="Web-{00000000-0000-0000-0000-000000000000}" dt="2026-08-12T16:40:03.705" v="1111"/>
          <ac:spMkLst>
            <pc:docMk/>
            <pc:sldMk cId="512670093" sldId="271"/>
            <ac:spMk id="52" creationId="{3F431D34-8446-8C54-B176-F1C582CAB958}"/>
          </ac:spMkLst>
        </pc:spChg>
        <pc:spChg chg="mod">
          <ac:chgData name="Agamya R Jain" userId="5379bb5ac236f65f" providerId="Windows Live" clId="Web-{00000000-0000-0000-0000-000000000000}" dt="2026-08-12T16:36:13.977" v="1082"/>
          <ac:spMkLst>
            <pc:docMk/>
            <pc:sldMk cId="512670093" sldId="271"/>
            <ac:spMk id="53" creationId="{E307737D-64AC-2105-5AA4-3DBFEA6FFF31}"/>
          </ac:spMkLst>
        </pc:spChg>
        <pc:spChg chg="mod">
          <ac:chgData name="Agamya R Jain" userId="5379bb5ac236f65f" providerId="Windows Live" clId="Web-{00000000-0000-0000-0000-000000000000}" dt="2026-08-12T16:36:13.977" v="1083"/>
          <ac:spMkLst>
            <pc:docMk/>
            <pc:sldMk cId="512670093" sldId="271"/>
            <ac:spMk id="54" creationId="{2CD30CD6-4371-E78E-33A8-2B852A6A2CDD}"/>
          </ac:spMkLst>
        </pc:spChg>
        <pc:spChg chg="mod">
          <ac:chgData name="Agamya R Jain" userId="5379bb5ac236f65f" providerId="Windows Live" clId="Web-{00000000-0000-0000-0000-000000000000}" dt="2026-08-12T16:36:13.977" v="1084"/>
          <ac:spMkLst>
            <pc:docMk/>
            <pc:sldMk cId="512670093" sldId="271"/>
            <ac:spMk id="55" creationId="{5A13BF27-4EE8-B6F5-6E1D-9EEEA61CBE28}"/>
          </ac:spMkLst>
        </pc:spChg>
        <pc:spChg chg="mod">
          <ac:chgData name="Agamya R Jain" userId="5379bb5ac236f65f" providerId="Windows Live" clId="Web-{00000000-0000-0000-0000-000000000000}" dt="2026-08-12T16:36:58.323" v="1089"/>
          <ac:spMkLst>
            <pc:docMk/>
            <pc:sldMk cId="512670093" sldId="271"/>
            <ac:spMk id="57" creationId="{171A8A0C-A9A6-1241-AFC1-E5CD5175A6F2}"/>
          </ac:spMkLst>
        </pc:spChg>
        <pc:spChg chg="mod">
          <ac:chgData name="Agamya R Jain" userId="5379bb5ac236f65f" providerId="Windows Live" clId="Web-{00000000-0000-0000-0000-000000000000}" dt="2026-08-12T16:36:14.540" v="1085"/>
          <ac:spMkLst>
            <pc:docMk/>
            <pc:sldMk cId="512670093" sldId="271"/>
            <ac:spMk id="58" creationId="{83251605-6601-639A-B27C-774FCF947CEF}"/>
          </ac:spMkLst>
        </pc:spChg>
        <pc:spChg chg="mod">
          <ac:chgData name="Agamya R Jain" userId="5379bb5ac236f65f" providerId="Windows Live" clId="Web-{00000000-0000-0000-0000-000000000000}" dt="2026-08-12T16:44:09.496" v="1129" actId="14100"/>
          <ac:spMkLst>
            <pc:docMk/>
            <pc:sldMk cId="512670093" sldId="271"/>
            <ac:spMk id="59" creationId="{CEB319DA-C743-BF93-420C-DB8045E68A2A}"/>
          </ac:spMkLst>
        </pc:spChg>
        <pc:spChg chg="mod">
          <ac:chgData name="Agamya R Jain" userId="5379bb5ac236f65f" providerId="Windows Live" clId="Web-{00000000-0000-0000-0000-000000000000}" dt="2026-08-12T16:40:29.597" v="1112"/>
          <ac:spMkLst>
            <pc:docMk/>
            <pc:sldMk cId="512670093" sldId="271"/>
            <ac:spMk id="63" creationId="{0A4CB956-26AB-CE4B-C25C-EB63DE5E751F}"/>
          </ac:spMkLst>
        </pc:spChg>
        <pc:spChg chg="mod">
          <ac:chgData name="Agamya R Jain" userId="5379bb5ac236f65f" providerId="Windows Live" clId="Web-{00000000-0000-0000-0000-000000000000}" dt="2026-08-12T16:40:29.597" v="1113"/>
          <ac:spMkLst>
            <pc:docMk/>
            <pc:sldMk cId="512670093" sldId="271"/>
            <ac:spMk id="322" creationId="{362DFD8D-7996-278E-FB43-405B9B718274}"/>
          </ac:spMkLst>
        </pc:spChg>
        <pc:spChg chg="mod">
          <ac:chgData name="Agamya R Jain" userId="5379bb5ac236f65f" providerId="Windows Live" clId="Web-{00000000-0000-0000-0000-000000000000}" dt="2026-08-12T16:40:29.597" v="1114"/>
          <ac:spMkLst>
            <pc:docMk/>
            <pc:sldMk cId="512670093" sldId="271"/>
            <ac:spMk id="324" creationId="{DEB548AB-48A5-240D-B79B-927F498D6C43}"/>
          </ac:spMkLst>
        </pc:spChg>
        <pc:spChg chg="mod">
          <ac:chgData name="Agamya R Jain" userId="5379bb5ac236f65f" providerId="Windows Live" clId="Web-{00000000-0000-0000-0000-000000000000}" dt="2026-08-12T16:41:03.098" v="1121"/>
          <ac:spMkLst>
            <pc:docMk/>
            <pc:sldMk cId="512670093" sldId="271"/>
            <ac:spMk id="325" creationId="{292632D0-1AEF-564A-783E-9071B22EBF88}"/>
          </ac:spMkLst>
        </pc:spChg>
        <pc:spChg chg="mod">
          <ac:chgData name="Agamya R Jain" userId="5379bb5ac236f65f" providerId="Windows Live" clId="Web-{00000000-0000-0000-0000-000000000000}" dt="2026-08-12T16:40:29.597" v="1115"/>
          <ac:spMkLst>
            <pc:docMk/>
            <pc:sldMk cId="512670093" sldId="271"/>
            <ac:spMk id="326" creationId="{C5DB58C7-3E08-0E84-9A0D-FBCF8595F6D6}"/>
          </ac:spMkLst>
        </pc:spChg>
        <pc:spChg chg="mod">
          <ac:chgData name="Agamya R Jain" userId="5379bb5ac236f65f" providerId="Windows Live" clId="Web-{00000000-0000-0000-0000-000000000000}" dt="2026-08-12T16:40:29.597" v="1116"/>
          <ac:spMkLst>
            <pc:docMk/>
            <pc:sldMk cId="512670093" sldId="271"/>
            <ac:spMk id="327" creationId="{FA552C66-4AA2-F855-D1EB-D51244A59B50}"/>
          </ac:spMkLst>
        </pc:spChg>
        <pc:spChg chg="mod">
          <ac:chgData name="Agamya R Jain" userId="5379bb5ac236f65f" providerId="Windows Live" clId="Web-{00000000-0000-0000-0000-000000000000}" dt="2026-08-12T16:40:29.597" v="1117"/>
          <ac:spMkLst>
            <pc:docMk/>
            <pc:sldMk cId="512670093" sldId="271"/>
            <ac:spMk id="328" creationId="{41FC6167-AFB6-08EE-26E1-71B1E66EA0E7}"/>
          </ac:spMkLst>
        </pc:spChg>
        <pc:spChg chg="mod">
          <ac:chgData name="Agamya R Jain" userId="5379bb5ac236f65f" providerId="Windows Live" clId="Web-{00000000-0000-0000-0000-000000000000}" dt="2026-08-12T16:46:42.721" v="1146"/>
          <ac:spMkLst>
            <pc:docMk/>
            <pc:sldMk cId="512670093" sldId="271"/>
            <ac:spMk id="330" creationId="{F74A39D6-AE04-F96F-8424-EA109F74A833}"/>
          </ac:spMkLst>
        </pc:spChg>
        <pc:spChg chg="mod">
          <ac:chgData name="Agamya R Jain" userId="5379bb5ac236f65f" providerId="Windows Live" clId="Web-{00000000-0000-0000-0000-000000000000}" dt="2026-08-12T16:40:30.253" v="1118"/>
          <ac:spMkLst>
            <pc:docMk/>
            <pc:sldMk cId="512670093" sldId="271"/>
            <ac:spMk id="331" creationId="{4A98C0CA-5C88-3C64-1288-87D8F0FF2E28}"/>
          </ac:spMkLst>
        </pc:spChg>
        <pc:spChg chg="mod">
          <ac:chgData name="Agamya R Jain" userId="5379bb5ac236f65f" providerId="Windows Live" clId="Web-{00000000-0000-0000-0000-000000000000}" dt="2026-08-12T16:46:25.252" v="1144" actId="14100"/>
          <ac:spMkLst>
            <pc:docMk/>
            <pc:sldMk cId="512670093" sldId="271"/>
            <ac:spMk id="332" creationId="{2C951A00-B25A-ED56-C5FE-0D63F117E275}"/>
          </ac:spMkLst>
        </pc:spChg>
        <pc:spChg chg="mod">
          <ac:chgData name="Agamya R Jain" userId="5379bb5ac236f65f" providerId="Windows Live" clId="Web-{00000000-0000-0000-0000-000000000000}" dt="2026-08-12T16:43:55.011" v="1122"/>
          <ac:spMkLst>
            <pc:docMk/>
            <pc:sldMk cId="512670093" sldId="271"/>
            <ac:spMk id="336" creationId="{48CFCFF1-3C59-620C-4805-EAB4FF9F15B7}"/>
          </ac:spMkLst>
        </pc:spChg>
        <pc:spChg chg="mod">
          <ac:chgData name="Agamya R Jain" userId="5379bb5ac236f65f" providerId="Windows Live" clId="Web-{00000000-0000-0000-0000-000000000000}" dt="2026-08-12T16:43:55.011" v="1123"/>
          <ac:spMkLst>
            <pc:docMk/>
            <pc:sldMk cId="512670093" sldId="271"/>
            <ac:spMk id="339" creationId="{46D418CC-18FB-C319-A883-2C7D3DC01EBF}"/>
          </ac:spMkLst>
        </pc:spChg>
        <pc:spChg chg="mod">
          <ac:chgData name="Agamya R Jain" userId="5379bb5ac236f65f" providerId="Windows Live" clId="Web-{00000000-0000-0000-0000-000000000000}" dt="2026-08-12T16:43:55.011" v="1124"/>
          <ac:spMkLst>
            <pc:docMk/>
            <pc:sldMk cId="512670093" sldId="271"/>
            <ac:spMk id="341" creationId="{5E8543B7-EA01-6B8D-115C-A7FB2C7220CC}"/>
          </ac:spMkLst>
        </pc:spChg>
        <pc:spChg chg="mod">
          <ac:chgData name="Agamya R Jain" userId="5379bb5ac236f65f" providerId="Windows Live" clId="Web-{00000000-0000-0000-0000-000000000000}" dt="2026-08-12T16:44:32.482" v="1132"/>
          <ac:spMkLst>
            <pc:docMk/>
            <pc:sldMk cId="512670093" sldId="271"/>
            <ac:spMk id="342" creationId="{7AF0FA6B-D5BE-E657-5D93-5221F2039456}"/>
          </ac:spMkLst>
        </pc:spChg>
        <pc:spChg chg="mod">
          <ac:chgData name="Agamya R Jain" userId="5379bb5ac236f65f" providerId="Windows Live" clId="Web-{00000000-0000-0000-0000-000000000000}" dt="2026-08-12T16:43:55.011" v="1125"/>
          <ac:spMkLst>
            <pc:docMk/>
            <pc:sldMk cId="512670093" sldId="271"/>
            <ac:spMk id="343" creationId="{AED1AE43-67CD-84CE-CD2E-C8AC26100E40}"/>
          </ac:spMkLst>
        </pc:spChg>
        <pc:spChg chg="mod">
          <ac:chgData name="Agamya R Jain" userId="5379bb5ac236f65f" providerId="Windows Live" clId="Web-{00000000-0000-0000-0000-000000000000}" dt="2026-08-12T16:43:55.011" v="1126"/>
          <ac:spMkLst>
            <pc:docMk/>
            <pc:sldMk cId="512670093" sldId="271"/>
            <ac:spMk id="344" creationId="{5ABD4375-0FAA-C66D-D896-6B0B249E044B}"/>
          </ac:spMkLst>
        </pc:spChg>
        <pc:spChg chg="mod">
          <ac:chgData name="Agamya R Jain" userId="5379bb5ac236f65f" providerId="Windows Live" clId="Web-{00000000-0000-0000-0000-000000000000}" dt="2026-08-12T16:43:55.027" v="1127"/>
          <ac:spMkLst>
            <pc:docMk/>
            <pc:sldMk cId="512670093" sldId="271"/>
            <ac:spMk id="345" creationId="{DF18DCC2-BA04-8B73-2566-8C97F4CAFF72}"/>
          </ac:spMkLst>
        </pc:spChg>
        <pc:spChg chg="mod">
          <ac:chgData name="Agamya R Jain" userId="5379bb5ac236f65f" providerId="Windows Live" clId="Web-{00000000-0000-0000-0000-000000000000}" dt="2026-08-12T16:46:32.908" v="1145"/>
          <ac:spMkLst>
            <pc:docMk/>
            <pc:sldMk cId="512670093" sldId="271"/>
            <ac:spMk id="347" creationId="{55DC9A69-C906-3DDF-99FB-73AFE2269777}"/>
          </ac:spMkLst>
        </pc:spChg>
        <pc:spChg chg="mod">
          <ac:chgData name="Agamya R Jain" userId="5379bb5ac236f65f" providerId="Windows Live" clId="Web-{00000000-0000-0000-0000-000000000000}" dt="2026-08-12T16:43:55.683" v="1128"/>
          <ac:spMkLst>
            <pc:docMk/>
            <pc:sldMk cId="512670093" sldId="271"/>
            <ac:spMk id="348" creationId="{DA664E2C-2711-CE4F-8C21-E10299BE1A64}"/>
          </ac:spMkLst>
        </pc:spChg>
        <pc:spChg chg="mod">
          <ac:chgData name="Agamya R Jain" userId="5379bb5ac236f65f" providerId="Windows Live" clId="Web-{00000000-0000-0000-0000-000000000000}" dt="2026-08-12T16:46:20.939" v="1143" actId="14100"/>
          <ac:spMkLst>
            <pc:docMk/>
            <pc:sldMk cId="512670093" sldId="271"/>
            <ac:spMk id="349" creationId="{A3C4D8D3-1DE5-98A5-DB65-6F85786A4387}"/>
          </ac:spMkLst>
        </pc:spChg>
        <pc:spChg chg="mod">
          <ac:chgData name="Agamya R Jain" userId="5379bb5ac236f65f" providerId="Windows Live" clId="Web-{00000000-0000-0000-0000-000000000000}" dt="2026-08-12T16:45:44.703" v="1133"/>
          <ac:spMkLst>
            <pc:docMk/>
            <pc:sldMk cId="512670093" sldId="271"/>
            <ac:spMk id="353" creationId="{CBFBFF0C-AE3E-6D16-073C-A328DB86D997}"/>
          </ac:spMkLst>
        </pc:spChg>
        <pc:spChg chg="mod">
          <ac:chgData name="Agamya R Jain" userId="5379bb5ac236f65f" providerId="Windows Live" clId="Web-{00000000-0000-0000-0000-000000000000}" dt="2026-08-12T16:45:44.703" v="1134"/>
          <ac:spMkLst>
            <pc:docMk/>
            <pc:sldMk cId="512670093" sldId="271"/>
            <ac:spMk id="356" creationId="{3452ED22-D61F-444F-3EF2-4E587AAFD2C0}"/>
          </ac:spMkLst>
        </pc:spChg>
        <pc:spChg chg="mod">
          <ac:chgData name="Agamya R Jain" userId="5379bb5ac236f65f" providerId="Windows Live" clId="Web-{00000000-0000-0000-0000-000000000000}" dt="2026-08-12T16:45:44.703" v="1135"/>
          <ac:spMkLst>
            <pc:docMk/>
            <pc:sldMk cId="512670093" sldId="271"/>
            <ac:spMk id="358" creationId="{D8B03F57-C21D-5A3A-D98B-9CB0EDEE8D05}"/>
          </ac:spMkLst>
        </pc:spChg>
        <pc:spChg chg="mod">
          <ac:chgData name="Agamya R Jain" userId="5379bb5ac236f65f" providerId="Windows Live" clId="Web-{00000000-0000-0000-0000-000000000000}" dt="2026-08-12T16:46:10.267" v="1141"/>
          <ac:spMkLst>
            <pc:docMk/>
            <pc:sldMk cId="512670093" sldId="271"/>
            <ac:spMk id="359" creationId="{2A61B720-2E3B-8C0F-FDBE-B03C3FBA90C4}"/>
          </ac:spMkLst>
        </pc:spChg>
        <pc:spChg chg="mod">
          <ac:chgData name="Agamya R Jain" userId="5379bb5ac236f65f" providerId="Windows Live" clId="Web-{00000000-0000-0000-0000-000000000000}" dt="2026-08-12T16:45:44.703" v="1136"/>
          <ac:spMkLst>
            <pc:docMk/>
            <pc:sldMk cId="512670093" sldId="271"/>
            <ac:spMk id="360" creationId="{2FEFD9A2-0AC8-6ADF-9965-A6C7B498F0D7}"/>
          </ac:spMkLst>
        </pc:spChg>
        <pc:spChg chg="mod">
          <ac:chgData name="Agamya R Jain" userId="5379bb5ac236f65f" providerId="Windows Live" clId="Web-{00000000-0000-0000-0000-000000000000}" dt="2026-08-12T16:45:44.703" v="1137"/>
          <ac:spMkLst>
            <pc:docMk/>
            <pc:sldMk cId="512670093" sldId="271"/>
            <ac:spMk id="361" creationId="{C17F13BE-D28F-0356-707A-1E2F62AFC92E}"/>
          </ac:spMkLst>
        </pc:spChg>
        <pc:spChg chg="mod">
          <ac:chgData name="Agamya R Jain" userId="5379bb5ac236f65f" providerId="Windows Live" clId="Web-{00000000-0000-0000-0000-000000000000}" dt="2026-08-12T16:45:44.703" v="1138"/>
          <ac:spMkLst>
            <pc:docMk/>
            <pc:sldMk cId="512670093" sldId="271"/>
            <ac:spMk id="362" creationId="{A6FD6869-CDD4-C2B3-BF96-2A39B2C5A1EF}"/>
          </ac:spMkLst>
        </pc:spChg>
        <pc:spChg chg="mod">
          <ac:chgData name="Agamya R Jain" userId="5379bb5ac236f65f" providerId="Windows Live" clId="Web-{00000000-0000-0000-0000-000000000000}" dt="2026-08-12T16:46:14.283" v="1142"/>
          <ac:spMkLst>
            <pc:docMk/>
            <pc:sldMk cId="512670093" sldId="271"/>
            <ac:spMk id="364" creationId="{86366788-CD57-9C82-06A9-DDF007DF69B2}"/>
          </ac:spMkLst>
        </pc:spChg>
        <pc:spChg chg="mod">
          <ac:chgData name="Agamya R Jain" userId="5379bb5ac236f65f" providerId="Windows Live" clId="Web-{00000000-0000-0000-0000-000000000000}" dt="2026-08-12T16:45:45.360" v="1139"/>
          <ac:spMkLst>
            <pc:docMk/>
            <pc:sldMk cId="512670093" sldId="271"/>
            <ac:spMk id="365" creationId="{48AAACDF-1095-8DE8-0F61-641137C0475F}"/>
          </ac:spMkLst>
        </pc:spChg>
      </pc:sldChg>
    </pc:docChg>
  </pc:docChgLst>
  <pc:docChgLst>
    <pc:chgData name="Agamya R Jain" userId="5379bb5ac236f65f" providerId="Windows Live" clId="Web-{569988CC-ACF3-FDEF-E2A7-EF9093E36596}"/>
    <pc:docChg chg="addSld modSld">
      <pc:chgData name="Agamya R Jain" userId="5379bb5ac236f65f" providerId="Windows Live" clId="Web-{569988CC-ACF3-FDEF-E2A7-EF9093E36596}" dt="2026-08-12T16:26:56.409" v="9"/>
      <pc:docMkLst>
        <pc:docMk/>
      </pc:docMkLst>
      <pc:sldChg chg="addSp delSp modSp add mod replId setBg">
        <pc:chgData name="Agamya R Jain" userId="5379bb5ac236f65f" providerId="Windows Live" clId="Web-{569988CC-ACF3-FDEF-E2A7-EF9093E36596}" dt="2026-08-12T16:26:56.409" v="9"/>
        <pc:sldMkLst>
          <pc:docMk/>
          <pc:sldMk cId="512670093" sldId="271"/>
        </pc:sldMkLst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7" creationId="{A468A970-BE6C-2C33-8723-0AF7FFF5F8D2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27" creationId="{FA552C66-4AA2-F855-D1EB-D51244A59B50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30" creationId="{F74A39D6-AE04-F96F-8424-EA109F74A833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35" creationId="{59C6AEA8-D6B4-F8D6-3EDF-7E7251C1924F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37" creationId="{6C42783A-FD81-E699-D1B5-99D72E2558FD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42" creationId="{7AF0FA6B-D5BE-E657-5D93-5221F2039456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55" creationId="{545202C1-9A93-C760-D9C9-13E0F085AF85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58" creationId="{D8B03F57-C21D-5A3A-D98B-9CB0EDEE8D05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61" creationId="{C17F13BE-D28F-0356-707A-1E2F62AFC92E}"/>
          </ac:spMkLst>
        </pc:spChg>
        <pc:spChg chg="add">
          <ac:chgData name="Agamya R Jain" userId="5379bb5ac236f65f" providerId="Windows Live" clId="Web-{569988CC-ACF3-FDEF-E2A7-EF9093E36596}" dt="2026-08-12T16:26:56.409" v="9"/>
          <ac:spMkLst>
            <pc:docMk/>
            <pc:sldMk cId="512670093" sldId="271"/>
            <ac:spMk id="365" creationId="{48AAACDF-1095-8DE8-0F61-641137C0475F}"/>
          </ac:spMkLst>
        </pc:spChg>
      </pc:sldChg>
    </pc:docChg>
  </pc:docChgLst>
  <pc:docChgLst>
    <pc:chgData name="Agamya R Jain" userId="5379bb5ac236f65f" providerId="Windows Live" clId="Web-{60406E94-5472-CB81-6A1F-F2EB8DD4B3B3}"/>
    <pc:docChg chg="modSld">
      <pc:chgData name="Agamya R Jain" userId="5379bb5ac236f65f" providerId="Windows Live" clId="Web-{60406E94-5472-CB81-6A1F-F2EB8DD4B3B3}" dt="2026-08-18T09:26:48.809" v="1"/>
      <pc:docMkLst>
        <pc:docMk/>
      </pc:docMkLst>
      <pc:sldChg chg="modSp">
        <pc:chgData name="Agamya R Jain" userId="5379bb5ac236f65f" providerId="Windows Live" clId="Web-{60406E94-5472-CB81-6A1F-F2EB8DD4B3B3}" dt="2026-08-18T09:26:48.809" v="1"/>
        <pc:sldMkLst>
          <pc:docMk/>
          <pc:sldMk cId="0" sldId="257"/>
        </pc:sldMkLst>
        <pc:spChg chg="mod">
          <ac:chgData name="Agamya R Jain" userId="5379bb5ac236f65f" providerId="Windows Live" clId="Web-{60406E94-5472-CB81-6A1F-F2EB8DD4B3B3}" dt="2026-08-18T09:26:48.809" v="1"/>
          <ac:spMkLst>
            <pc:docMk/>
            <pc:sldMk cId="0" sldId="257"/>
            <ac:spMk id="128" creationId="{00000000-0000-0000-0000-000000000000}"/>
          </ac:spMkLst>
        </pc:spChg>
      </pc:sldChg>
    </pc:docChg>
  </pc:docChgLst>
  <pc:docChgLst>
    <pc:chgData name="Agamya R Jain" userId="5379bb5ac236f65f" providerId="Windows Live" clId="Web-{40CA02C1-AA49-25E5-C067-AA011141C9C4}"/>
    <pc:docChg chg="modSld">
      <pc:chgData name="Agamya R Jain" userId="5379bb5ac236f65f" providerId="Windows Live" clId="Web-{40CA02C1-AA49-25E5-C067-AA011141C9C4}" dt="2026-08-09T14:18:49.965" v="164" actId="1076"/>
      <pc:docMkLst>
        <pc:docMk/>
      </pc:docMkLst>
      <pc:sldChg chg="addSp delSp modSp">
        <pc:chgData name="Agamya R Jain" userId="5379bb5ac236f65f" providerId="Windows Live" clId="Web-{40CA02C1-AA49-25E5-C067-AA011141C9C4}" dt="2026-08-09T14:17:42.949" v="152" actId="1076"/>
        <pc:sldMkLst>
          <pc:docMk/>
          <pc:sldMk cId="0" sldId="257"/>
        </pc:sldMkLst>
        <pc:spChg chg="mod">
          <ac:chgData name="Agamya R Jain" userId="5379bb5ac236f65f" providerId="Windows Live" clId="Web-{40CA02C1-AA49-25E5-C067-AA011141C9C4}" dt="2026-08-09T14:16:12.850" v="130" actId="1076"/>
          <ac:spMkLst>
            <pc:docMk/>
            <pc:sldMk cId="0" sldId="257"/>
            <ac:spMk id="123" creationId="{00000000-0000-0000-0000-000000000000}"/>
          </ac:spMkLst>
        </pc:spChg>
        <pc:spChg chg="mod">
          <ac:chgData name="Agamya R Jain" userId="5379bb5ac236f65f" providerId="Windows Live" clId="Web-{40CA02C1-AA49-25E5-C067-AA011141C9C4}" dt="2026-08-09T13:52:10.742" v="9" actId="1076"/>
          <ac:spMkLst>
            <pc:docMk/>
            <pc:sldMk cId="0" sldId="257"/>
            <ac:spMk id="154" creationId="{00000000-0000-0000-0000-000000000000}"/>
          </ac:spMkLst>
        </pc:spChg>
      </pc:sldChg>
      <pc:sldChg chg="addSp delSp modSp">
        <pc:chgData name="Agamya R Jain" userId="5379bb5ac236f65f" providerId="Windows Live" clId="Web-{40CA02C1-AA49-25E5-C067-AA011141C9C4}" dt="2026-08-09T14:18:05.653" v="156" actId="1076"/>
        <pc:sldMkLst>
          <pc:docMk/>
          <pc:sldMk cId="0" sldId="258"/>
        </pc:sldMkLst>
        <pc:spChg chg="mod">
          <ac:chgData name="Agamya R Jain" userId="5379bb5ac236f65f" providerId="Windows Live" clId="Web-{40CA02C1-AA49-25E5-C067-AA011141C9C4}" dt="2026-08-09T14:17:15.855" v="147" actId="14100"/>
          <ac:spMkLst>
            <pc:docMk/>
            <pc:sldMk cId="0" sldId="258"/>
            <ac:spMk id="168" creationId="{00000000-0000-0000-0000-000000000000}"/>
          </ac:spMkLst>
        </pc:spChg>
      </pc:sldChg>
    </pc:docChg>
  </pc:docChgLst>
  <pc:docChgLst>
    <pc:chgData name="Agamya R Jain" userId="5379bb5ac236f65f" providerId="Windows Live" clId="Web-{E2739692-47EC-5E3D-0AC2-2C3319D78D11}"/>
    <pc:docChg chg="addSld modSld sldOrd">
      <pc:chgData name="Agamya R Jain" userId="5379bb5ac236f65f" providerId="Windows Live" clId="Web-{E2739692-47EC-5E3D-0AC2-2C3319D78D11}" dt="2026-08-11T10:19:30.519" v="1375"/>
      <pc:docMkLst>
        <pc:docMk/>
      </pc:docMkLst>
      <pc:sldChg chg="modSp">
        <pc:chgData name="Agamya R Jain" userId="5379bb5ac236f65f" providerId="Windows Live" clId="Web-{E2739692-47EC-5E3D-0AC2-2C3319D78D11}" dt="2026-08-11T07:50:55.343" v="203" actId="20577"/>
        <pc:sldMkLst>
          <pc:docMk/>
          <pc:sldMk cId="0" sldId="257"/>
        </pc:sldMkLst>
      </pc:sldChg>
      <pc:sldChg chg="addSp delSp modSp">
        <pc:chgData name="Agamya R Jain" userId="5379bb5ac236f65f" providerId="Windows Live" clId="Web-{E2739692-47EC-5E3D-0AC2-2C3319D78D11}" dt="2026-08-11T08:13:48.122" v="598"/>
        <pc:sldMkLst>
          <pc:docMk/>
          <pc:sldMk cId="0" sldId="261"/>
        </pc:sldMkLst>
        <pc:spChg chg="add mod">
          <ac:chgData name="Agamya R Jain" userId="5379bb5ac236f65f" providerId="Windows Live" clId="Web-{E2739692-47EC-5E3D-0AC2-2C3319D78D11}" dt="2026-08-11T08:07:03.234" v="507" actId="20577"/>
          <ac:spMkLst>
            <pc:docMk/>
            <pc:sldMk cId="0" sldId="261"/>
            <ac:spMk id="12" creationId="{F5ACD342-0BC7-B679-BF11-15F747264630}"/>
          </ac:spMkLst>
        </pc:spChg>
        <pc:spChg chg="add mod">
          <ac:chgData name="Agamya R Jain" userId="5379bb5ac236f65f" providerId="Windows Live" clId="Web-{E2739692-47EC-5E3D-0AC2-2C3319D78D11}" dt="2026-08-11T08:13:16.418" v="593" actId="20577"/>
          <ac:spMkLst>
            <pc:docMk/>
            <pc:sldMk cId="0" sldId="261"/>
            <ac:spMk id="14" creationId="{11F2C492-12B0-D0FE-21C7-3B6B1367074C}"/>
          </ac:spMkLst>
        </pc:spChg>
        <pc:spChg chg="add mod">
          <ac:chgData name="Agamya R Jain" userId="5379bb5ac236f65f" providerId="Windows Live" clId="Web-{E2739692-47EC-5E3D-0AC2-2C3319D78D11}" dt="2026-08-11T08:12:15.447" v="577" actId="20577"/>
          <ac:spMkLst>
            <pc:docMk/>
            <pc:sldMk cId="0" sldId="261"/>
            <ac:spMk id="16" creationId="{7192089C-03C9-6E8C-69AC-7F4290B8C67D}"/>
          </ac:spMkLst>
        </pc:spChg>
        <pc:spChg chg="add mod">
          <ac:chgData name="Agamya R Jain" userId="5379bb5ac236f65f" providerId="Windows Live" clId="Web-{E2739692-47EC-5E3D-0AC2-2C3319D78D11}" dt="2026-08-11T08:13:26.543" v="595" actId="20577"/>
          <ac:spMkLst>
            <pc:docMk/>
            <pc:sldMk cId="0" sldId="261"/>
            <ac:spMk id="18" creationId="{A296DF12-756D-D0A5-DAB2-524FF2C8F181}"/>
          </ac:spMkLst>
        </pc:spChg>
        <pc:spChg chg="add mod">
          <ac:chgData name="Agamya R Jain" userId="5379bb5ac236f65f" providerId="Windows Live" clId="Web-{E2739692-47EC-5E3D-0AC2-2C3319D78D11}" dt="2026-08-11T08:10:16.990" v="557" actId="20577"/>
          <ac:spMkLst>
            <pc:docMk/>
            <pc:sldMk cId="0" sldId="261"/>
            <ac:spMk id="20" creationId="{BB8F22C0-C9B1-7FD2-606F-AF4A4AB3AEDB}"/>
          </ac:spMkLst>
        </pc:spChg>
        <pc:spChg chg="add mod">
          <ac:chgData name="Agamya R Jain" userId="5379bb5ac236f65f" providerId="Windows Live" clId="Web-{E2739692-47EC-5E3D-0AC2-2C3319D78D11}" dt="2026-08-11T08:13:32.762" v="597" actId="20577"/>
          <ac:spMkLst>
            <pc:docMk/>
            <pc:sldMk cId="0" sldId="261"/>
            <ac:spMk id="22" creationId="{94DA71DD-6008-9CED-AA55-93B2CC1EAD55}"/>
          </ac:spMkLst>
        </pc:spChg>
        <pc:graphicFrameChg chg="mod">
          <ac:chgData name="Agamya R Jain" userId="5379bb5ac236f65f" providerId="Windows Live" clId="Web-{E2739692-47EC-5E3D-0AC2-2C3319D78D11}" dt="2026-08-11T07:45:16.004" v="136" actId="14100"/>
          <ac:graphicFrameMkLst>
            <pc:docMk/>
            <pc:sldMk cId="0" sldId="261"/>
            <ac:graphicFrameMk id="2" creationId="{C63CB0CE-E01C-4C0B-97F9-4CFD2D7FE245}"/>
          </ac:graphicFrameMkLst>
        </pc:graphicFrameChg>
        <pc:graphicFrameChg chg="add mod modGraphic">
          <ac:chgData name="Agamya R Jain" userId="5379bb5ac236f65f" providerId="Windows Live" clId="Web-{E2739692-47EC-5E3D-0AC2-2C3319D78D11}" dt="2026-08-11T08:04:41.807" v="484"/>
          <ac:graphicFrameMkLst>
            <pc:docMk/>
            <pc:sldMk cId="0" sldId="261"/>
            <ac:graphicFrameMk id="28" creationId="{9C1D195D-3122-276B-9A43-07C3A16294DB}"/>
          </ac:graphicFrameMkLst>
        </pc:graphicFrameChg>
        <pc:picChg chg="add mod">
          <ac:chgData name="Agamya R Jain" userId="5379bb5ac236f65f" providerId="Windows Live" clId="Web-{E2739692-47EC-5E3D-0AC2-2C3319D78D11}" dt="2026-08-11T08:05:12.980" v="494" actId="1076"/>
          <ac:picMkLst>
            <pc:docMk/>
            <pc:sldMk cId="0" sldId="261"/>
            <ac:picMk id="6" creationId="{1552098E-F2F0-685D-A0D4-0859BC9E9B92}"/>
          </ac:picMkLst>
        </pc:picChg>
        <pc:picChg chg="add mod">
          <ac:chgData name="Agamya R Jain" userId="5379bb5ac236f65f" providerId="Windows Live" clId="Web-{E2739692-47EC-5E3D-0AC2-2C3319D78D11}" dt="2026-08-11T08:05:13.074" v="495" actId="1076"/>
          <ac:picMkLst>
            <pc:docMk/>
            <pc:sldMk cId="0" sldId="261"/>
            <ac:picMk id="8" creationId="{E16BD07D-4EC8-5E29-8E1A-AEAD40B5F659}"/>
          </ac:picMkLst>
        </pc:picChg>
        <pc:picChg chg="add mod">
          <ac:chgData name="Agamya R Jain" userId="5379bb5ac236f65f" providerId="Windows Live" clId="Web-{E2739692-47EC-5E3D-0AC2-2C3319D78D11}" dt="2026-08-11T08:05:13.183" v="496" actId="1076"/>
          <ac:picMkLst>
            <pc:docMk/>
            <pc:sldMk cId="0" sldId="261"/>
            <ac:picMk id="10" creationId="{7DF7EB2A-1F5D-94AE-6708-69535882874B}"/>
          </ac:picMkLst>
        </pc:picChg>
        <pc:picChg chg="mod">
          <ac:chgData name="Agamya R Jain" userId="5379bb5ac236f65f" providerId="Windows Live" clId="Web-{E2739692-47EC-5E3D-0AC2-2C3319D78D11}" dt="2026-08-11T07:45:51.942" v="148" actId="14100"/>
          <ac:picMkLst>
            <pc:docMk/>
            <pc:sldMk cId="0" sldId="261"/>
            <ac:picMk id="275" creationId="{00000000-0000-0000-0000-000000000000}"/>
          </ac:picMkLst>
        </pc:picChg>
      </pc:sldChg>
      <pc:sldChg chg="addSp delSp modSp add replId">
        <pc:chgData name="Agamya R Jain" userId="5379bb5ac236f65f" providerId="Windows Live" clId="Web-{E2739692-47EC-5E3D-0AC2-2C3319D78D11}" dt="2026-08-11T10:19:30.519" v="1375"/>
        <pc:sldMkLst>
          <pc:docMk/>
          <pc:sldMk cId="2580363188" sldId="267"/>
        </pc:sldMkLst>
        <pc:graphicFrameChg chg="add mod modGraphic">
          <ac:chgData name="Agamya R Jain" userId="5379bb5ac236f65f" providerId="Windows Live" clId="Web-{E2739692-47EC-5E3D-0AC2-2C3319D78D11}" dt="2026-08-11T10:15:15.245" v="1373"/>
          <ac:graphicFrameMkLst>
            <pc:docMk/>
            <pc:sldMk cId="2580363188" sldId="267"/>
            <ac:graphicFrameMk id="21" creationId="{8517CC8F-01B5-CAB0-24D3-979B961DC729}"/>
          </ac:graphicFrameMkLst>
        </pc:graphicFrameChg>
      </pc:sldChg>
    </pc:docChg>
  </pc:docChgLst>
  <pc:docChgLst>
    <pc:chgData name="Agamya R Jain" userId="5379bb5ac236f65f" providerId="Windows Live" clId="Web-{CE6DD903-D946-3BCF-72E5-ABEE39360E19}"/>
    <pc:docChg chg="modSld">
      <pc:chgData name="Agamya R Jain" userId="5379bb5ac236f65f" providerId="Windows Live" clId="Web-{CE6DD903-D946-3BCF-72E5-ABEE39360E19}" dt="2026-08-11T04:28:22.562" v="302" actId="1076"/>
      <pc:docMkLst>
        <pc:docMk/>
      </pc:docMkLst>
      <pc:sldChg chg="addSp modSp">
        <pc:chgData name="Agamya R Jain" userId="5379bb5ac236f65f" providerId="Windows Live" clId="Web-{CE6DD903-D946-3BCF-72E5-ABEE39360E19}" dt="2026-08-11T04:28:22.562" v="302" actId="1076"/>
        <pc:sldMkLst>
          <pc:docMk/>
          <pc:sldMk cId="0" sldId="261"/>
        </pc:sldMkLst>
        <pc:graphicFrameChg chg="add mod">
          <ac:chgData name="Agamya R Jain" userId="5379bb5ac236f65f" providerId="Windows Live" clId="Web-{CE6DD903-D946-3BCF-72E5-ABEE39360E19}" dt="2026-08-11T04:22:57.004" v="236" actId="14100"/>
          <ac:graphicFrameMkLst>
            <pc:docMk/>
            <pc:sldMk cId="0" sldId="261"/>
            <ac:graphicFrameMk id="2" creationId="{C63CB0CE-E01C-4C0B-97F9-4CFD2D7FE245}"/>
          </ac:graphicFrameMkLst>
        </pc:graphicFrameChg>
        <pc:picChg chg="mod">
          <ac:chgData name="Agamya R Jain" userId="5379bb5ac236f65f" providerId="Windows Live" clId="Web-{CE6DD903-D946-3BCF-72E5-ABEE39360E19}" dt="2026-08-11T04:23:07.895" v="238" actId="14100"/>
          <ac:picMkLst>
            <pc:docMk/>
            <pc:sldMk cId="0" sldId="261"/>
            <ac:picMk id="275" creationId="{00000000-0000-0000-0000-000000000000}"/>
          </ac:picMkLst>
        </pc:picChg>
        <pc:picChg chg="mod">
          <ac:chgData name="Agamya R Jain" userId="5379bb5ac236f65f" providerId="Windows Live" clId="Web-{CE6DD903-D946-3BCF-72E5-ABEE39360E19}" dt="2026-08-11T04:28:11.515" v="289" actId="1076"/>
          <ac:picMkLst>
            <pc:docMk/>
            <pc:sldMk cId="0" sldId="261"/>
            <ac:picMk id="277" creationId="{00000000-0000-0000-0000-000000000000}"/>
          </ac:picMkLst>
        </pc:picChg>
      </pc:sldChg>
    </pc:docChg>
  </pc:docChgLst>
  <pc:docChgLst>
    <pc:chgData name="Agamya R Jain" userId="5379bb5ac236f65f" providerId="Windows Live" clId="Web-{65D1FDD9-AAE7-2E08-414A-CF299B261BE4}"/>
    <pc:docChg chg="modSld">
      <pc:chgData name="Agamya R Jain" userId="5379bb5ac236f65f" providerId="Windows Live" clId="Web-{65D1FDD9-AAE7-2E08-414A-CF299B261BE4}" dt="2026-08-12T09:35:55.550" v="19"/>
      <pc:docMkLst>
        <pc:docMk/>
      </pc:docMkLst>
      <pc:sldChg chg="addSp delSp modSp">
        <pc:chgData name="Agamya R Jain" userId="5379bb5ac236f65f" providerId="Windows Live" clId="Web-{65D1FDD9-AAE7-2E08-414A-CF299B261BE4}" dt="2026-08-12T09:35:55.550" v="19"/>
        <pc:sldMkLst>
          <pc:docMk/>
          <pc:sldMk cId="0" sldId="264"/>
        </pc:sldMkLst>
      </pc:sldChg>
    </pc:docChg>
  </pc:docChgLst>
  <pc:docChgLst>
    <pc:chgData name="Agamya R Jain" userId="5379bb5ac236f65f" providerId="Windows Live" clId="Web-{30059442-9701-A22F-B833-9A76B98B2156}"/>
    <pc:docChg chg="modSld">
      <pc:chgData name="Agamya R Jain" userId="5379bb5ac236f65f" providerId="Windows Live" clId="Web-{30059442-9701-A22F-B833-9A76B98B2156}" dt="2026-08-11T16:08:14.242" v="257" actId="14100"/>
      <pc:docMkLst>
        <pc:docMk/>
      </pc:docMkLst>
    </pc:docChg>
  </pc:docChgLst>
  <pc:docChgLst>
    <pc:chgData name="Agamya R Jain" userId="5379bb5ac236f65f" providerId="Windows Live" clId="Web-{F5F9B1E1-67F5-1736-4967-A57941A19B66}"/>
    <pc:docChg chg="modSld">
      <pc:chgData name="Agamya R Jain" userId="5379bb5ac236f65f" providerId="Windows Live" clId="Web-{F5F9B1E1-67F5-1736-4967-A57941A19B66}" dt="2026-08-09T16:42:04.934" v="37" actId="1076"/>
      <pc:docMkLst>
        <pc:docMk/>
      </pc:docMkLst>
      <pc:sldChg chg="addSp delSp modSp">
        <pc:chgData name="Agamya R Jain" userId="5379bb5ac236f65f" providerId="Windows Live" clId="Web-{F5F9B1E1-67F5-1736-4967-A57941A19B66}" dt="2026-08-09T16:42:04.934" v="37" actId="1076"/>
        <pc:sldMkLst>
          <pc:docMk/>
          <pc:sldMk cId="0" sldId="259"/>
        </pc:sldMkLst>
        <pc:spChg chg="mod">
          <ac:chgData name="Agamya R Jain" userId="5379bb5ac236f65f" providerId="Windows Live" clId="Web-{F5F9B1E1-67F5-1736-4967-A57941A19B66}" dt="2026-08-09T16:36:39.263" v="13" actId="1076"/>
          <ac:spMkLst>
            <pc:docMk/>
            <pc:sldMk cId="0" sldId="259"/>
            <ac:spMk id="233" creationId="{00000000-0000-0000-0000-000000000000}"/>
          </ac:spMkLst>
        </pc:spChg>
        <pc:spChg chg="mod">
          <ac:chgData name="Agamya R Jain" userId="5379bb5ac236f65f" providerId="Windows Live" clId="Web-{F5F9B1E1-67F5-1736-4967-A57941A19B66}" dt="2026-08-09T16:36:39.357" v="14" actId="1076"/>
          <ac:spMkLst>
            <pc:docMk/>
            <pc:sldMk cId="0" sldId="259"/>
            <ac:spMk id="234" creationId="{00000000-0000-0000-0000-000000000000}"/>
          </ac:spMkLst>
        </pc:spChg>
        <pc:spChg chg="mod">
          <ac:chgData name="Agamya R Jain" userId="5379bb5ac236f65f" providerId="Windows Live" clId="Web-{F5F9B1E1-67F5-1736-4967-A57941A19B66}" dt="2026-08-09T16:36:58.139" v="18" actId="1076"/>
          <ac:spMkLst>
            <pc:docMk/>
            <pc:sldMk cId="0" sldId="259"/>
            <ac:spMk id="235" creationId="{00000000-0000-0000-0000-000000000000}"/>
          </ac:spMkLst>
        </pc:spChg>
        <pc:spChg chg="mod">
          <ac:chgData name="Agamya R Jain" userId="5379bb5ac236f65f" providerId="Windows Live" clId="Web-{F5F9B1E1-67F5-1736-4967-A57941A19B66}" dt="2026-08-09T16:36:58.233" v="19" actId="1076"/>
          <ac:spMkLst>
            <pc:docMk/>
            <pc:sldMk cId="0" sldId="259"/>
            <ac:spMk id="236" creationId="{00000000-0000-0000-0000-000000000000}"/>
          </ac:spMkLst>
        </pc:spChg>
        <pc:spChg chg="mod">
          <ac:chgData name="Agamya R Jain" userId="5379bb5ac236f65f" providerId="Windows Live" clId="Web-{F5F9B1E1-67F5-1736-4967-A57941A19B66}" dt="2026-08-09T16:37:07.108" v="21" actId="1076"/>
          <ac:spMkLst>
            <pc:docMk/>
            <pc:sldMk cId="0" sldId="259"/>
            <ac:spMk id="237" creationId="{00000000-0000-0000-0000-000000000000}"/>
          </ac:spMkLst>
        </pc:spChg>
        <pc:spChg chg="mod">
          <ac:chgData name="Agamya R Jain" userId="5379bb5ac236f65f" providerId="Windows Live" clId="Web-{F5F9B1E1-67F5-1736-4967-A57941A19B66}" dt="2026-08-09T16:37:07.202" v="22" actId="1076"/>
          <ac:spMkLst>
            <pc:docMk/>
            <pc:sldMk cId="0" sldId="259"/>
            <ac:spMk id="238" creationId="{00000000-0000-0000-0000-000000000000}"/>
          </ac:spMkLst>
        </pc:spChg>
        <pc:graphicFrameChg chg="del mod">
          <ac:chgData name="Agamya R Jain" userId="5379bb5ac236f65f" providerId="Windows Live" clId="Web-{F5F9B1E1-67F5-1736-4967-A57941A19B66}" dt="2026-08-09T16:40:00.132" v="29"/>
          <ac:graphicFrameMkLst>
            <pc:docMk/>
            <pc:sldMk cId="0" sldId="259"/>
            <ac:graphicFrameMk id="3" creationId="{27BE3745-D364-07CF-7939-8FA05B450B4F}"/>
          </ac:graphicFrameMkLst>
        </pc:graphicFrameChg>
        <pc:picChg chg="mod">
          <ac:chgData name="Agamya R Jain" userId="5379bb5ac236f65f" providerId="Windows Live" clId="Web-{F5F9B1E1-67F5-1736-4967-A57941A19B66}" dt="2026-08-09T16:42:00.325" v="36" actId="14100"/>
          <ac:picMkLst>
            <pc:docMk/>
            <pc:sldMk cId="0" sldId="259"/>
            <ac:picMk id="215" creationId="{00000000-0000-0000-0000-000000000000}"/>
          </ac:picMkLst>
        </pc:picChg>
        <pc:picChg chg="mod">
          <ac:chgData name="Agamya R Jain" userId="5379bb5ac236f65f" providerId="Windows Live" clId="Web-{F5F9B1E1-67F5-1736-4967-A57941A19B66}" dt="2026-08-09T16:36:27.560" v="12" actId="14100"/>
          <ac:picMkLst>
            <pc:docMk/>
            <pc:sldMk cId="0" sldId="259"/>
            <ac:picMk id="216" creationId="{00000000-0000-0000-0000-000000000000}"/>
          </ac:picMkLst>
        </pc:picChg>
        <pc:picChg chg="mod">
          <ac:chgData name="Agamya R Jain" userId="5379bb5ac236f65f" providerId="Windows Live" clId="Web-{F5F9B1E1-67F5-1736-4967-A57941A19B66}" dt="2026-08-09T16:36:58.030" v="17" actId="1076"/>
          <ac:picMkLst>
            <pc:docMk/>
            <pc:sldMk cId="0" sldId="259"/>
            <ac:picMk id="217" creationId="{00000000-0000-0000-0000-000000000000}"/>
          </ac:picMkLst>
        </pc:picChg>
        <pc:picChg chg="mod">
          <ac:chgData name="Agamya R Jain" userId="5379bb5ac236f65f" providerId="Windows Live" clId="Web-{F5F9B1E1-67F5-1736-4967-A57941A19B66}" dt="2026-08-09T16:37:06.999" v="20" actId="1076"/>
          <ac:picMkLst>
            <pc:docMk/>
            <pc:sldMk cId="0" sldId="259"/>
            <ac:picMk id="218" creationId="{00000000-0000-0000-0000-000000000000}"/>
          </ac:picMkLst>
        </pc:picChg>
      </pc:sldChg>
    </pc:docChg>
  </pc:docChgLst>
  <pc:docChgLst>
    <pc:chgData clId="Web-{1BD12A4D-747A-2CDB-4671-A9BA7122BB85}"/>
    <pc:docChg chg="modSld">
      <pc:chgData name="" userId="" providerId="" clId="Web-{1BD12A4D-747A-2CDB-4671-A9BA7122BB85}" dt="2026-08-10T14:30:07.147" v="0"/>
      <pc:docMkLst>
        <pc:docMk/>
      </pc:docMkLst>
      <pc:sldChg chg="addSp">
        <pc:chgData name="" userId="" providerId="" clId="Web-{1BD12A4D-747A-2CDB-4671-A9BA7122BB85}" dt="2026-08-10T14:30:07.147" v="0"/>
        <pc:sldMkLst>
          <pc:docMk/>
          <pc:sldMk cId="0" sldId="260"/>
        </pc:sldMkLst>
      </pc:sldChg>
    </pc:docChg>
  </pc:docChgLst>
  <pc:docChgLst>
    <pc:chgData clId="Web-{00000000-0000-0000-0000-000000000000}"/>
    <pc:docChg chg="modSld">
      <pc:chgData name="" userId="" providerId="" clId="Web-{00000000-0000-0000-0000-000000000000}" dt="2026-08-13T08:19:35.004" v="0" actId="1076"/>
      <pc:docMkLst>
        <pc:docMk/>
      </pc:docMkLst>
      <pc:sldChg chg="modSp">
        <pc:chgData name="" userId="" providerId="" clId="Web-{00000000-0000-0000-0000-000000000000}" dt="2026-08-13T08:19:35.004" v="0" actId="1076"/>
        <pc:sldMkLst>
          <pc:docMk/>
          <pc:sldMk cId="0" sldId="256"/>
        </pc:sldMkLst>
        <pc:spChg chg="mod">
          <ac:chgData name="" userId="" providerId="" clId="Web-{00000000-0000-0000-0000-000000000000}" dt="2026-08-13T08:19:35.004" v="0" actId="1076"/>
          <ac:spMkLst>
            <pc:docMk/>
            <pc:sldMk cId="0" sldId="256"/>
            <ac:spMk id="92" creationId="{00000000-0000-0000-0000-000000000000}"/>
          </ac:spMkLst>
        </pc:spChg>
      </pc:sldChg>
    </pc:docChg>
  </pc:docChgLst>
  <pc:docChgLst>
    <pc:chgData name="Agamya R Jain" userId="5379bb5ac236f65f" providerId="Windows Live" clId="Web-{9A3AA5BD-EC97-8C62-6B4E-03730C72732C}"/>
    <pc:docChg chg="addSld modSld">
      <pc:chgData name="Agamya R Jain" userId="5379bb5ac236f65f" providerId="Windows Live" clId="Web-{9A3AA5BD-EC97-8C62-6B4E-03730C72732C}" dt="2026-08-12T08:22:00.208" v="142"/>
      <pc:docMkLst>
        <pc:docMk/>
      </pc:docMkLst>
      <pc:sldChg chg="modSp">
        <pc:chgData name="Agamya R Jain" userId="5379bb5ac236f65f" providerId="Windows Live" clId="Web-{9A3AA5BD-EC97-8C62-6B4E-03730C72732C}" dt="2026-08-12T08:09:01.525" v="0" actId="20577"/>
        <pc:sldMkLst>
          <pc:docMk/>
          <pc:sldMk cId="0" sldId="257"/>
        </pc:sldMkLst>
        <pc:spChg chg="mod">
          <ac:chgData name="Agamya R Jain" userId="5379bb5ac236f65f" providerId="Windows Live" clId="Web-{9A3AA5BD-EC97-8C62-6B4E-03730C72732C}" dt="2026-08-12T08:09:01.525" v="0" actId="20577"/>
          <ac:spMkLst>
            <pc:docMk/>
            <pc:sldMk cId="0" sldId="257"/>
            <ac:spMk id="123" creationId="{00000000-0000-0000-0000-000000000000}"/>
          </ac:spMkLst>
        </pc:spChg>
      </pc:sldChg>
      <pc:sldChg chg="modSp">
        <pc:chgData name="Agamya R Jain" userId="5379bb5ac236f65f" providerId="Windows Live" clId="Web-{9A3AA5BD-EC97-8C62-6B4E-03730C72732C}" dt="2026-08-12T08:09:13.885" v="1" actId="20577"/>
        <pc:sldMkLst>
          <pc:docMk/>
          <pc:sldMk cId="0" sldId="258"/>
        </pc:sldMkLst>
        <pc:spChg chg="mod">
          <ac:chgData name="Agamya R Jain" userId="5379bb5ac236f65f" providerId="Windows Live" clId="Web-{9A3AA5BD-EC97-8C62-6B4E-03730C72732C}" dt="2026-08-12T08:09:13.885" v="1" actId="20577"/>
          <ac:spMkLst>
            <pc:docMk/>
            <pc:sldMk cId="0" sldId="258"/>
            <ac:spMk id="168" creationId="{00000000-0000-0000-0000-000000000000}"/>
          </ac:spMkLst>
        </pc:spChg>
      </pc:sldChg>
      <pc:sldChg chg="delSp modSp">
        <pc:chgData name="Agamya R Jain" userId="5379bb5ac236f65f" providerId="Windows Live" clId="Web-{9A3AA5BD-EC97-8C62-6B4E-03730C72732C}" dt="2026-08-12T08:09:31.120" v="3"/>
        <pc:sldMkLst>
          <pc:docMk/>
          <pc:sldMk cId="0" sldId="259"/>
        </pc:sldMkLst>
        <pc:spChg chg="mod">
          <ac:chgData name="Agamya R Jain" userId="5379bb5ac236f65f" providerId="Windows Live" clId="Web-{9A3AA5BD-EC97-8C62-6B4E-03730C72732C}" dt="2026-08-12T08:09:22.979" v="2" actId="20577"/>
          <ac:spMkLst>
            <pc:docMk/>
            <pc:sldMk cId="0" sldId="259"/>
            <ac:spMk id="2" creationId="{D5A1A79B-5B29-7DC5-2886-6FBA3DB6E64C}"/>
          </ac:spMkLst>
        </pc:spChg>
      </pc:sldChg>
      <pc:sldChg chg="delSp modSp">
        <pc:chgData name="Agamya R Jain" userId="5379bb5ac236f65f" providerId="Windows Live" clId="Web-{9A3AA5BD-EC97-8C62-6B4E-03730C72732C}" dt="2026-08-12T08:09:43.995" v="5" actId="20577"/>
        <pc:sldMkLst>
          <pc:docMk/>
          <pc:sldMk cId="0" sldId="260"/>
        </pc:sldMkLst>
        <pc:spChg chg="mod">
          <ac:chgData name="Agamya R Jain" userId="5379bb5ac236f65f" providerId="Windows Live" clId="Web-{9A3AA5BD-EC97-8C62-6B4E-03730C72732C}" dt="2026-08-12T08:09:43.995" v="5" actId="20577"/>
          <ac:spMkLst>
            <pc:docMk/>
            <pc:sldMk cId="0" sldId="260"/>
            <ac:spMk id="3" creationId="{617A8725-C370-4811-1A2B-CA3F80B8921F}"/>
          </ac:spMkLst>
        </pc:spChg>
      </pc:sldChg>
      <pc:sldChg chg="modSp">
        <pc:chgData name="Agamya R Jain" userId="5379bb5ac236f65f" providerId="Windows Live" clId="Web-{9A3AA5BD-EC97-8C62-6B4E-03730C72732C}" dt="2026-08-12T08:09:59.902" v="8" actId="1076"/>
        <pc:sldMkLst>
          <pc:docMk/>
          <pc:sldMk cId="0" sldId="261"/>
        </pc:sldMkLst>
        <pc:spChg chg="mod">
          <ac:chgData name="Agamya R Jain" userId="5379bb5ac236f65f" providerId="Windows Live" clId="Web-{9A3AA5BD-EC97-8C62-6B4E-03730C72732C}" dt="2026-08-12T08:09:59.902" v="8" actId="1076"/>
          <ac:spMkLst>
            <pc:docMk/>
            <pc:sldMk cId="0" sldId="261"/>
            <ac:spMk id="3" creationId="{D9EC4B45-6157-5D77-CD61-BF5E89B8A436}"/>
          </ac:spMkLst>
        </pc:spChg>
      </pc:sldChg>
      <pc:sldChg chg="delSp modSp mod setBg">
        <pc:chgData name="Agamya R Jain" userId="5379bb5ac236f65f" providerId="Windows Live" clId="Web-{9A3AA5BD-EC97-8C62-6B4E-03730C72732C}" dt="2026-08-12T08:22:00.208" v="142"/>
        <pc:sldMkLst>
          <pc:docMk/>
          <pc:sldMk cId="0" sldId="264"/>
        </pc:sldMkLst>
        <pc:spChg chg="mod">
          <ac:chgData name="Agamya R Jain" userId="5379bb5ac236f65f" providerId="Windows Live" clId="Web-{9A3AA5BD-EC97-8C62-6B4E-03730C72732C}" dt="2026-08-12T08:10:49.310" v="12" actId="20577"/>
          <ac:spMkLst>
            <pc:docMk/>
            <pc:sldMk cId="0" sldId="264"/>
            <ac:spMk id="3" creationId="{7CA13F2F-143D-348B-0D01-E50A219598A7}"/>
          </ac:spMkLst>
        </pc:spChg>
        <pc:picChg chg="mod">
          <ac:chgData name="Agamya R Jain" userId="5379bb5ac236f65f" providerId="Windows Live" clId="Web-{9A3AA5BD-EC97-8C62-6B4E-03730C72732C}" dt="2026-08-12T08:21:13.238" v="74" actId="1076"/>
          <ac:picMkLst>
            <pc:docMk/>
            <pc:sldMk cId="0" sldId="264"/>
            <ac:picMk id="414" creationId="{00000000-0000-0000-0000-000000000000}"/>
          </ac:picMkLst>
        </pc:picChg>
      </pc:sldChg>
      <pc:sldChg chg="addSp delSp modSp">
        <pc:chgData name="Agamya R Jain" userId="5379bb5ac236f65f" providerId="Windows Live" clId="Web-{9A3AA5BD-EC97-8C62-6B4E-03730C72732C}" dt="2026-08-12T08:14:32.787" v="29" actId="20577"/>
        <pc:sldMkLst>
          <pc:docMk/>
          <pc:sldMk cId="0" sldId="265"/>
        </pc:sldMkLst>
        <pc:spChg chg="add mod">
          <ac:chgData name="Agamya R Jain" userId="5379bb5ac236f65f" providerId="Windows Live" clId="Web-{9A3AA5BD-EC97-8C62-6B4E-03730C72732C}" dt="2026-08-12T08:14:32.787" v="29" actId="20577"/>
          <ac:spMkLst>
            <pc:docMk/>
            <pc:sldMk cId="0" sldId="265"/>
            <ac:spMk id="2" creationId="{521A149F-5822-6C71-5B6B-A8B54EB7D0DA}"/>
          </ac:spMkLst>
        </pc:spChg>
      </pc:sldChg>
      <pc:sldChg chg="modSp">
        <pc:chgData name="Agamya R Jain" userId="5379bb5ac236f65f" providerId="Windows Live" clId="Web-{9A3AA5BD-EC97-8C62-6B4E-03730C72732C}" dt="2026-08-12T08:10:18.465" v="10" actId="1076"/>
        <pc:sldMkLst>
          <pc:docMk/>
          <pc:sldMk cId="2580363188" sldId="267"/>
        </pc:sldMkLst>
        <pc:spChg chg="mod">
          <ac:chgData name="Agamya R Jain" userId="5379bb5ac236f65f" providerId="Windows Live" clId="Web-{9A3AA5BD-EC97-8C62-6B4E-03730C72732C}" dt="2026-08-12T08:10:18.465" v="10" actId="1076"/>
          <ac:spMkLst>
            <pc:docMk/>
            <pc:sldMk cId="2580363188" sldId="267"/>
            <ac:spMk id="3" creationId="{56235AF2-2281-2B2A-267C-9473121CD77A}"/>
          </ac:spMkLst>
        </pc:spChg>
      </pc:sldChg>
      <pc:sldChg chg="addSp delSp modSp add mod replId setBg">
        <pc:chgData name="Agamya R Jain" userId="5379bb5ac236f65f" providerId="Windows Live" clId="Web-{9A3AA5BD-EC97-8C62-6B4E-03730C72732C}" dt="2026-08-12T08:21:24.973" v="118" actId="1076"/>
        <pc:sldMkLst>
          <pc:docMk/>
          <pc:sldMk cId="3301237541" sldId="269"/>
        </pc:sldMkLst>
        <pc:spChg chg="add">
          <ac:chgData name="Agamya R Jain" userId="5379bb5ac236f65f" providerId="Windows Live" clId="Web-{9A3AA5BD-EC97-8C62-6B4E-03730C72732C}" dt="2026-08-12T08:13:18.815" v="24"/>
          <ac:spMkLst>
            <pc:docMk/>
            <pc:sldMk cId="3301237541" sldId="269"/>
            <ac:spMk id="2" creationId="{B2BFD2BE-AD18-2AD5-74F7-801B3BA0D833}"/>
          </ac:spMkLst>
        </pc:spChg>
        <pc:spChg chg="mod">
          <ac:chgData name="Agamya R Jain" userId="5379bb5ac236f65f" providerId="Windows Live" clId="Web-{9A3AA5BD-EC97-8C62-6B4E-03730C72732C}" dt="2026-08-12T08:19:54.407" v="40" actId="20577"/>
          <ac:spMkLst>
            <pc:docMk/>
            <pc:sldMk cId="3301237541" sldId="269"/>
            <ac:spMk id="3" creationId="{66627826-5753-6581-55CF-F6B0A1AA7FD5}"/>
          </ac:spMkLst>
        </pc:spChg>
        <pc:spChg chg="add mod">
          <ac:chgData name="Agamya R Jain" userId="5379bb5ac236f65f" providerId="Windows Live" clId="Web-{9A3AA5BD-EC97-8C62-6B4E-03730C72732C}" dt="2026-08-12T08:21:24.082" v="101" actId="1076"/>
          <ac:spMkLst>
            <pc:docMk/>
            <pc:sldMk cId="3301237541" sldId="269"/>
            <ac:spMk id="14" creationId="{0A8A9900-9EAE-CE79-6692-A2B343F5F31A}"/>
          </ac:spMkLst>
        </pc:spChg>
        <pc:spChg chg="add mod">
          <ac:chgData name="Agamya R Jain" userId="5379bb5ac236f65f" providerId="Windows Live" clId="Web-{9A3AA5BD-EC97-8C62-6B4E-03730C72732C}" dt="2026-08-12T08:21:24.191" v="103" actId="1076"/>
          <ac:spMkLst>
            <pc:docMk/>
            <pc:sldMk cId="3301237541" sldId="269"/>
            <ac:spMk id="18" creationId="{FEEE5DCF-4D8A-757F-B666-9AB76D7F46D2}"/>
          </ac:spMkLst>
        </pc:spChg>
        <pc:spChg chg="add mod">
          <ac:chgData name="Agamya R Jain" userId="5379bb5ac236f65f" providerId="Windows Live" clId="Web-{9A3AA5BD-EC97-8C62-6B4E-03730C72732C}" dt="2026-08-12T08:21:24.285" v="105" actId="1076"/>
          <ac:spMkLst>
            <pc:docMk/>
            <pc:sldMk cId="3301237541" sldId="269"/>
            <ac:spMk id="22" creationId="{AAE4396C-C1AC-FB5A-AEBD-1BDE078C66A4}"/>
          </ac:spMkLst>
        </pc:spChg>
        <pc:spChg chg="add mod">
          <ac:chgData name="Agamya R Jain" userId="5379bb5ac236f65f" providerId="Windows Live" clId="Web-{9A3AA5BD-EC97-8C62-6B4E-03730C72732C}" dt="2026-08-12T08:21:24.379" v="107" actId="1076"/>
          <ac:spMkLst>
            <pc:docMk/>
            <pc:sldMk cId="3301237541" sldId="269"/>
            <ac:spMk id="26" creationId="{DF0EC6AF-0CFB-7E4C-1DBB-8F019A347EF0}"/>
          </ac:spMkLst>
        </pc:spChg>
        <pc:spChg chg="add mod">
          <ac:chgData name="Agamya R Jain" userId="5379bb5ac236f65f" providerId="Windows Live" clId="Web-{9A3AA5BD-EC97-8C62-6B4E-03730C72732C}" dt="2026-08-12T08:21:24.504" v="109" actId="1076"/>
          <ac:spMkLst>
            <pc:docMk/>
            <pc:sldMk cId="3301237541" sldId="269"/>
            <ac:spMk id="30" creationId="{C4957335-36CE-14A8-C7EB-53F66E60C9F8}"/>
          </ac:spMkLst>
        </pc:spChg>
        <pc:picChg chg="add mod">
          <ac:chgData name="Agamya R Jain" userId="5379bb5ac236f65f" providerId="Windows Live" clId="Web-{9A3AA5BD-EC97-8C62-6B4E-03730C72732C}" dt="2026-08-12T08:21:24.145" v="102" actId="1076"/>
          <ac:picMkLst>
            <pc:docMk/>
            <pc:sldMk cId="3301237541" sldId="269"/>
            <ac:picMk id="16" creationId="{015B3EB0-C0A7-790D-1F88-061F21976F0F}"/>
          </ac:picMkLst>
        </pc:picChg>
        <pc:picChg chg="add mod">
          <ac:chgData name="Agamya R Jain" userId="5379bb5ac236f65f" providerId="Windows Live" clId="Web-{9A3AA5BD-EC97-8C62-6B4E-03730C72732C}" dt="2026-08-12T08:21:24.816" v="115" actId="1076"/>
          <ac:picMkLst>
            <pc:docMk/>
            <pc:sldMk cId="3301237541" sldId="269"/>
            <ac:picMk id="42" creationId="{627EAB51-53BD-0A50-8E8F-3896E8C119D6}"/>
          </ac:picMkLst>
        </pc:picChg>
        <pc:picChg chg="add mod">
          <ac:chgData name="Agamya R Jain" userId="5379bb5ac236f65f" providerId="Windows Live" clId="Web-{9A3AA5BD-EC97-8C62-6B4E-03730C72732C}" dt="2026-08-12T08:21:24.863" v="116" actId="1076"/>
          <ac:picMkLst>
            <pc:docMk/>
            <pc:sldMk cId="3301237541" sldId="269"/>
            <ac:picMk id="44" creationId="{FE47D51B-813B-E548-F3CF-0F7D651F50B6}"/>
          </ac:picMkLst>
        </pc:picChg>
        <pc:picChg chg="add mod">
          <ac:chgData name="Agamya R Jain" userId="5379bb5ac236f65f" providerId="Windows Live" clId="Web-{9A3AA5BD-EC97-8C62-6B4E-03730C72732C}" dt="2026-08-12T08:21:24.926" v="117" actId="1076"/>
          <ac:picMkLst>
            <pc:docMk/>
            <pc:sldMk cId="3301237541" sldId="269"/>
            <ac:picMk id="46" creationId="{CD9B7F94-F24D-F757-5D7C-4D7F47333203}"/>
          </ac:picMkLst>
        </pc:picChg>
        <pc:picChg chg="add mod">
          <ac:chgData name="Agamya R Jain" userId="5379bb5ac236f65f" providerId="Windows Live" clId="Web-{9A3AA5BD-EC97-8C62-6B4E-03730C72732C}" dt="2026-08-12T08:21:24.973" v="118" actId="1076"/>
          <ac:picMkLst>
            <pc:docMk/>
            <pc:sldMk cId="3301237541" sldId="269"/>
            <ac:picMk id="48" creationId="{E7E2B458-91FB-D386-7D1B-60A93299A8FD}"/>
          </ac:picMkLst>
        </pc:picChg>
        <pc:picChg chg="mod">
          <ac:chgData name="Agamya R Jain" userId="5379bb5ac236f65f" providerId="Windows Live" clId="Web-{9A3AA5BD-EC97-8C62-6B4E-03730C72732C}" dt="2026-08-12T08:20:31.471" v="69" actId="1076"/>
          <ac:picMkLst>
            <pc:docMk/>
            <pc:sldMk cId="3301237541" sldId="269"/>
            <ac:picMk id="414" creationId="{D3011EC4-ACF3-2658-3AE9-6268E1CB30E2}"/>
          </ac:picMkLst>
        </pc:picChg>
        <pc:picChg chg="mod">
          <ac:chgData name="Agamya R Jain" userId="5379bb5ac236f65f" providerId="Windows Live" clId="Web-{9A3AA5BD-EC97-8C62-6B4E-03730C72732C}" dt="2026-08-12T08:20:41.065" v="71" actId="1076"/>
          <ac:picMkLst>
            <pc:docMk/>
            <pc:sldMk cId="3301237541" sldId="269"/>
            <ac:picMk id="432" creationId="{C4D90DBA-2AB0-B6F2-3F28-D6E25ED9F92C}"/>
          </ac:picMkLst>
        </pc:picChg>
      </pc:sldChg>
    </pc:docChg>
  </pc:docChgLst>
  <pc:docChgLst>
    <pc:chgData name="Agamya R Jain" userId="5379bb5ac236f65f" providerId="Windows Live" clId="Web-{4E394F18-CDEA-FC44-7604-F411373AE5AE}"/>
    <pc:docChg chg="addSld modSld">
      <pc:chgData name="Agamya R Jain" userId="5379bb5ac236f65f" providerId="Windows Live" clId="Web-{4E394F18-CDEA-FC44-7604-F411373AE5AE}" dt="2026-08-11T15:33:41.970" v="815" actId="1076"/>
      <pc:docMkLst>
        <pc:docMk/>
      </pc:docMkLst>
      <pc:sldChg chg="addSp delSp modSp">
        <pc:chgData name="Agamya R Jain" userId="5379bb5ac236f65f" providerId="Windows Live" clId="Web-{4E394F18-CDEA-FC44-7604-F411373AE5AE}" dt="2026-08-11T15:21:53.549" v="768" actId="1076"/>
        <pc:sldMkLst>
          <pc:docMk/>
          <pc:sldMk cId="2580363188" sldId="267"/>
        </pc:sldMkLst>
        <pc:spChg chg="add mod">
          <ac:chgData name="Agamya R Jain" userId="5379bb5ac236f65f" providerId="Windows Live" clId="Web-{4E394F18-CDEA-FC44-7604-F411373AE5AE}" dt="2026-08-11T15:01:37.318" v="756" actId="1076"/>
          <ac:spMkLst>
            <pc:docMk/>
            <pc:sldMk cId="2580363188" sldId="267"/>
            <ac:spMk id="8" creationId="{83A08A78-9E05-FBBC-4904-618AC9DC125E}"/>
          </ac:spMkLst>
        </pc:spChg>
        <pc:spChg chg="add mod">
          <ac:chgData name="Agamya R Jain" userId="5379bb5ac236f65f" providerId="Windows Live" clId="Web-{4E394F18-CDEA-FC44-7604-F411373AE5AE}" dt="2026-08-11T15:01:37.380" v="757" actId="1076"/>
          <ac:spMkLst>
            <pc:docMk/>
            <pc:sldMk cId="2580363188" sldId="267"/>
            <ac:spMk id="10" creationId="{12F9CD59-B302-EB20-278D-C7391803C902}"/>
          </ac:spMkLst>
        </pc:spChg>
        <pc:spChg chg="add mod">
          <ac:chgData name="Agamya R Jain" userId="5379bb5ac236f65f" providerId="Windows Live" clId="Web-{4E394F18-CDEA-FC44-7604-F411373AE5AE}" dt="2026-08-11T15:01:49.021" v="759" actId="1076"/>
          <ac:spMkLst>
            <pc:docMk/>
            <pc:sldMk cId="2580363188" sldId="267"/>
            <ac:spMk id="18" creationId="{65C0120D-E6F0-C3BC-AF08-A0D3E675062E}"/>
          </ac:spMkLst>
        </pc:spChg>
        <pc:spChg chg="add mod">
          <ac:chgData name="Agamya R Jain" userId="5379bb5ac236f65f" providerId="Windows Live" clId="Web-{4E394F18-CDEA-FC44-7604-F411373AE5AE}" dt="2026-08-11T15:01:49.083" v="760" actId="1076"/>
          <ac:spMkLst>
            <pc:docMk/>
            <pc:sldMk cId="2580363188" sldId="267"/>
            <ac:spMk id="20" creationId="{38596174-C293-EBAD-4700-52C7428AC4AB}"/>
          </ac:spMkLst>
        </pc:spChg>
        <pc:spChg chg="add mod">
          <ac:chgData name="Agamya R Jain" userId="5379bb5ac236f65f" providerId="Windows Live" clId="Web-{4E394F18-CDEA-FC44-7604-F411373AE5AE}" dt="2026-08-11T15:02:05.427" v="762" actId="1076"/>
          <ac:spMkLst>
            <pc:docMk/>
            <pc:sldMk cId="2580363188" sldId="267"/>
            <ac:spMk id="25" creationId="{E90CA7AB-8913-FD2A-9228-FEEB9EA0118F}"/>
          </ac:spMkLst>
        </pc:spChg>
        <pc:spChg chg="add mod">
          <ac:chgData name="Agamya R Jain" userId="5379bb5ac236f65f" providerId="Windows Live" clId="Web-{4E394F18-CDEA-FC44-7604-F411373AE5AE}" dt="2026-08-11T15:02:42.443" v="765" actId="1076"/>
          <ac:spMkLst>
            <pc:docMk/>
            <pc:sldMk cId="2580363188" sldId="267"/>
            <ac:spMk id="27" creationId="{F225BB03-7738-143A-EBAB-3CC625AE3D7F}"/>
          </ac:spMkLst>
        </pc:spChg>
        <pc:spChg chg="mod">
          <ac:chgData name="Agamya R Jain" userId="5379bb5ac236f65f" providerId="Windows Live" clId="Web-{4E394F18-CDEA-FC44-7604-F411373AE5AE}" dt="2026-08-11T15:21:53.549" v="768" actId="1076"/>
          <ac:spMkLst>
            <pc:docMk/>
            <pc:sldMk cId="2580363188" sldId="267"/>
            <ac:spMk id="324" creationId="{0615899A-A81E-6B58-F4AA-096793DF5109}"/>
          </ac:spMkLst>
        </pc:spChg>
        <pc:graphicFrameChg chg="add mod modGraphic">
          <ac:chgData name="Agamya R Jain" userId="5379bb5ac236f65f" providerId="Windows Live" clId="Web-{4E394F18-CDEA-FC44-7604-F411373AE5AE}" dt="2026-08-11T14:18:19.384" v="457"/>
          <ac:graphicFrameMkLst>
            <pc:docMk/>
            <pc:sldMk cId="2580363188" sldId="267"/>
            <ac:graphicFrameMk id="2" creationId="{762EA056-AFAD-81C2-BE0D-049B6EC37836}"/>
          </ac:graphicFrameMkLst>
        </pc:graphicFrameChg>
        <pc:graphicFrameChg chg="add mod modGraphic">
          <ac:chgData name="Agamya R Jain" userId="5379bb5ac236f65f" providerId="Windows Live" clId="Web-{4E394F18-CDEA-FC44-7604-F411373AE5AE}" dt="2026-08-11T15:01:27.224" v="754" actId="1076"/>
          <ac:graphicFrameMkLst>
            <pc:docMk/>
            <pc:sldMk cId="2580363188" sldId="267"/>
            <ac:graphicFrameMk id="13" creationId="{88AD6DE8-A984-A5B9-C089-1F8FC72501E7}"/>
          </ac:graphicFrameMkLst>
        </pc:graphicFrameChg>
        <pc:graphicFrameChg chg="mod modGraphic">
          <ac:chgData name="Agamya R Jain" userId="5379bb5ac236f65f" providerId="Windows Live" clId="Web-{4E394F18-CDEA-FC44-7604-F411373AE5AE}" dt="2026-08-11T15:01:22.912" v="753" actId="1076"/>
          <ac:graphicFrameMkLst>
            <pc:docMk/>
            <pc:sldMk cId="2580363188" sldId="267"/>
            <ac:graphicFrameMk id="21" creationId="{8517CC8F-01B5-CAB0-24D3-979B961DC729}"/>
          </ac:graphicFrameMkLst>
        </pc:graphicFrameChg>
        <pc:picChg chg="add mod">
          <ac:chgData name="Agamya R Jain" userId="5379bb5ac236f65f" providerId="Windows Live" clId="Web-{4E394F18-CDEA-FC44-7604-F411373AE5AE}" dt="2026-08-11T15:01:37.240" v="755" actId="1076"/>
          <ac:picMkLst>
            <pc:docMk/>
            <pc:sldMk cId="2580363188" sldId="267"/>
            <ac:picMk id="6" creationId="{002CBC74-30FC-B8DA-9021-86D966358D58}"/>
          </ac:picMkLst>
        </pc:picChg>
        <pc:picChg chg="add mod modCrop">
          <ac:chgData name="Agamya R Jain" userId="5379bb5ac236f65f" providerId="Windows Live" clId="Web-{4E394F18-CDEA-FC44-7604-F411373AE5AE}" dt="2026-08-11T15:01:48.943" v="758" actId="1076"/>
          <ac:picMkLst>
            <pc:docMk/>
            <pc:sldMk cId="2580363188" sldId="267"/>
            <ac:picMk id="16" creationId="{6382BD25-5E81-A213-F780-1CFC47057E40}"/>
          </ac:picMkLst>
        </pc:picChg>
        <pc:picChg chg="add mod">
          <ac:chgData name="Agamya R Jain" userId="5379bb5ac236f65f" providerId="Windows Live" clId="Web-{4E394F18-CDEA-FC44-7604-F411373AE5AE}" dt="2026-08-11T15:02:12.786" v="764" actId="14100"/>
          <ac:picMkLst>
            <pc:docMk/>
            <pc:sldMk cId="2580363188" sldId="267"/>
            <ac:picMk id="23" creationId="{28C16A2E-7B59-C528-95DF-6F2557763081}"/>
          </ac:picMkLst>
        </pc:picChg>
      </pc:sldChg>
    </pc:docChg>
  </pc:docChgLst>
  <pc:docChgLst>
    <pc:chgData name="Agamya R Jain" userId="5379bb5ac236f65f" providerId="Windows Live" clId="Web-{40998591-9EC5-AE96-65C8-649D432F499E}"/>
    <pc:docChg chg="modSld">
      <pc:chgData name="Agamya R Jain" userId="5379bb5ac236f65f" providerId="Windows Live" clId="Web-{40998591-9EC5-AE96-65C8-649D432F499E}" dt="2026-08-10T07:43:21.410" v="7"/>
      <pc:docMkLst>
        <pc:docMk/>
      </pc:docMkLst>
      <pc:sldChg chg="addSp modSp">
        <pc:chgData name="Agamya R Jain" userId="5379bb5ac236f65f" providerId="Windows Live" clId="Web-{40998591-9EC5-AE96-65C8-649D432F499E}" dt="2026-08-10T07:40:17.529" v="1" actId="1076"/>
        <pc:sldMkLst>
          <pc:docMk/>
          <pc:sldMk cId="0" sldId="259"/>
        </pc:sldMkLst>
        <pc:graphicFrameChg chg="add mod">
          <ac:chgData name="Agamya R Jain" userId="5379bb5ac236f65f" providerId="Windows Live" clId="Web-{40998591-9EC5-AE96-65C8-649D432F499E}" dt="2026-08-10T07:40:17.529" v="1" actId="1076"/>
          <ac:graphicFrameMkLst>
            <pc:docMk/>
            <pc:sldMk cId="0" sldId="259"/>
            <ac:graphicFrameMk id="3" creationId="{27BE3745-D364-07CF-7939-8FA05B450B4F}"/>
          </ac:graphicFrameMkLst>
        </pc:graphicFrameChg>
      </pc:sldChg>
      <pc:sldChg chg="addSp delSp modSp">
        <pc:chgData name="Agamya R Jain" userId="5379bb5ac236f65f" providerId="Windows Live" clId="Web-{40998591-9EC5-AE96-65C8-649D432F499E}" dt="2026-08-10T07:43:21.410" v="7"/>
        <pc:sldMkLst>
          <pc:docMk/>
          <pc:sldMk cId="0" sldId="260"/>
        </pc:sldMkLst>
        <pc:spChg chg="add">
          <ac:chgData name="Agamya R Jain" userId="5379bb5ac236f65f" providerId="Windows Live" clId="Web-{40998591-9EC5-AE96-65C8-649D432F499E}" dt="2026-08-10T07:43:21.410" v="7"/>
          <ac:spMkLst>
            <pc:docMk/>
            <pc:sldMk cId="0" sldId="260"/>
            <ac:spMk id="3" creationId="{617A8725-C370-4811-1A2B-CA3F80B8921F}"/>
          </ac:spMkLst>
        </pc:spChg>
      </pc:sldChg>
    </pc:docChg>
  </pc:docChgLst>
  <pc:docChgLst>
    <pc:chgData name="Agamya R Jain" userId="5379bb5ac236f65f" providerId="Windows Live" clId="Web-{F04359DF-4D1D-8E8A-CDE0-EC844B4B2CBD}"/>
    <pc:docChg chg="modSld">
      <pc:chgData name="Agamya R Jain" userId="5379bb5ac236f65f" providerId="Windows Live" clId="Web-{F04359DF-4D1D-8E8A-CDE0-EC844B4B2CBD}" dt="2026-08-27T11:32:39.869" v="1"/>
      <pc:docMkLst>
        <pc:docMk/>
      </pc:docMkLst>
      <pc:sldChg chg="addSp delSp modSp">
        <pc:chgData name="Agamya R Jain" userId="5379bb5ac236f65f" providerId="Windows Live" clId="Web-{F04359DF-4D1D-8E8A-CDE0-EC844B4B2CBD}" dt="2026-08-27T11:32:39.869" v="1"/>
        <pc:sldMkLst>
          <pc:docMk/>
          <pc:sldMk cId="0" sldId="264"/>
        </pc:sldMkLst>
      </pc:sldChg>
    </pc:docChg>
  </pc:docChgLst>
  <pc:docChgLst>
    <pc:chgData name="Agamya R Jain" userId="5379bb5ac236f65f" providerId="Windows Live" clId="Web-{948EE035-2290-BF60-7157-08A64467E7DB}"/>
    <pc:docChg chg="modSld">
      <pc:chgData name="Agamya R Jain" userId="5379bb5ac236f65f" providerId="Windows Live" clId="Web-{948EE035-2290-BF60-7157-08A64467E7DB}" dt="2026-08-12T11:20:31.526" v="138" actId="1076"/>
      <pc:docMkLst>
        <pc:docMk/>
      </pc:docMkLst>
      <pc:sldChg chg="addSp delSp modSp">
        <pc:chgData name="Agamya R Jain" userId="5379bb5ac236f65f" providerId="Windows Live" clId="Web-{948EE035-2290-BF60-7157-08A64467E7DB}" dt="2026-08-12T11:20:31.526" v="138" actId="1076"/>
        <pc:sldMkLst>
          <pc:docMk/>
          <pc:sldMk cId="3301237541" sldId="269"/>
        </pc:sldMkLst>
        <pc:spChg chg="mod">
          <ac:chgData name="Agamya R Jain" userId="5379bb5ac236f65f" providerId="Windows Live" clId="Web-{948EE035-2290-BF60-7157-08A64467E7DB}" dt="2026-08-12T11:16:13.237" v="133" actId="1076"/>
          <ac:spMkLst>
            <pc:docMk/>
            <pc:sldMk cId="3301237541" sldId="269"/>
            <ac:spMk id="14" creationId="{0A8A9900-9EAE-CE79-6692-A2B343F5F31A}"/>
          </ac:spMkLst>
        </pc:spChg>
        <pc:spChg chg="mod">
          <ac:chgData name="Agamya R Jain" userId="5379bb5ac236f65f" providerId="Windows Live" clId="Web-{948EE035-2290-BF60-7157-08A64467E7DB}" dt="2026-08-12T11:16:02.033" v="124" actId="1076"/>
          <ac:spMkLst>
            <pc:docMk/>
            <pc:sldMk cId="3301237541" sldId="269"/>
            <ac:spMk id="18" creationId="{FEEE5DCF-4D8A-757F-B666-9AB76D7F46D2}"/>
          </ac:spMkLst>
        </pc:spChg>
        <pc:spChg chg="mod">
          <ac:chgData name="Agamya R Jain" userId="5379bb5ac236f65f" providerId="Windows Live" clId="Web-{948EE035-2290-BF60-7157-08A64467E7DB}" dt="2026-08-12T11:16:02.080" v="125" actId="1076"/>
          <ac:spMkLst>
            <pc:docMk/>
            <pc:sldMk cId="3301237541" sldId="269"/>
            <ac:spMk id="22" creationId="{AAE4396C-C1AC-FB5A-AEBD-1BDE078C66A4}"/>
          </ac:spMkLst>
        </pc:spChg>
        <pc:spChg chg="mod">
          <ac:chgData name="Agamya R Jain" userId="5379bb5ac236f65f" providerId="Windows Live" clId="Web-{948EE035-2290-BF60-7157-08A64467E7DB}" dt="2026-08-12T11:16:02.127" v="126" actId="1076"/>
          <ac:spMkLst>
            <pc:docMk/>
            <pc:sldMk cId="3301237541" sldId="269"/>
            <ac:spMk id="26" creationId="{DF0EC6AF-0CFB-7E4C-1DBB-8F019A347EF0}"/>
          </ac:spMkLst>
        </pc:spChg>
        <pc:spChg chg="mod">
          <ac:chgData name="Agamya R Jain" userId="5379bb5ac236f65f" providerId="Windows Live" clId="Web-{948EE035-2290-BF60-7157-08A64467E7DB}" dt="2026-08-12T11:16:02.174" v="127" actId="1076"/>
          <ac:spMkLst>
            <pc:docMk/>
            <pc:sldMk cId="3301237541" sldId="269"/>
            <ac:spMk id="30" creationId="{C4957335-36CE-14A8-C7EB-53F66E60C9F8}"/>
          </ac:spMkLst>
        </pc:spChg>
        <pc:spChg chg="mod">
          <ac:chgData name="Agamya R Jain" userId="5379bb5ac236f65f" providerId="Windows Live" clId="Web-{948EE035-2290-BF60-7157-08A64467E7DB}" dt="2026-08-12T11:20:31.526" v="138" actId="1076"/>
          <ac:spMkLst>
            <pc:docMk/>
            <pc:sldMk cId="3301237541" sldId="269"/>
            <ac:spMk id="425" creationId="{C9B5055E-834D-E764-B692-ABF093AFB764}"/>
          </ac:spMkLst>
        </pc:spChg>
        <pc:graphicFrameChg chg="add mod ord">
          <ac:chgData name="Agamya R Jain" userId="5379bb5ac236f65f" providerId="Windows Live" clId="Web-{948EE035-2290-BF60-7157-08A64467E7DB}" dt="2026-08-12T11:19:05.851" v="134" actId="14100"/>
          <ac:graphicFrameMkLst>
            <pc:docMk/>
            <pc:sldMk cId="3301237541" sldId="269"/>
            <ac:graphicFrameMk id="4" creationId="{F6AF2399-81EB-79C4-F5F5-CBBB0AC8EFF0}"/>
          </ac:graphicFrameMkLst>
        </pc:graphicFrameChg>
        <pc:picChg chg="mod">
          <ac:chgData name="Agamya R Jain" userId="5379bb5ac236f65f" providerId="Windows Live" clId="Web-{948EE035-2290-BF60-7157-08A64467E7DB}" dt="2026-08-12T11:16:08.440" v="132" actId="1076"/>
          <ac:picMkLst>
            <pc:docMk/>
            <pc:sldMk cId="3301237541" sldId="269"/>
            <ac:picMk id="16" creationId="{015B3EB0-C0A7-790D-1F88-061F21976F0F}"/>
          </ac:picMkLst>
        </pc:picChg>
        <pc:picChg chg="mod">
          <ac:chgData name="Agamya R Jain" userId="5379bb5ac236f65f" providerId="Windows Live" clId="Web-{948EE035-2290-BF60-7157-08A64467E7DB}" dt="2026-08-12T11:16:02.221" v="128" actId="1076"/>
          <ac:picMkLst>
            <pc:docMk/>
            <pc:sldMk cId="3301237541" sldId="269"/>
            <ac:picMk id="42" creationId="{627EAB51-53BD-0A50-8E8F-3896E8C119D6}"/>
          </ac:picMkLst>
        </pc:picChg>
        <pc:picChg chg="mod">
          <ac:chgData name="Agamya R Jain" userId="5379bb5ac236f65f" providerId="Windows Live" clId="Web-{948EE035-2290-BF60-7157-08A64467E7DB}" dt="2026-08-12T11:16:02.268" v="129" actId="1076"/>
          <ac:picMkLst>
            <pc:docMk/>
            <pc:sldMk cId="3301237541" sldId="269"/>
            <ac:picMk id="44" creationId="{FE47D51B-813B-E548-F3CF-0F7D651F50B6}"/>
          </ac:picMkLst>
        </pc:picChg>
        <pc:picChg chg="mod">
          <ac:chgData name="Agamya R Jain" userId="5379bb5ac236f65f" providerId="Windows Live" clId="Web-{948EE035-2290-BF60-7157-08A64467E7DB}" dt="2026-08-12T11:16:02.314" v="130" actId="1076"/>
          <ac:picMkLst>
            <pc:docMk/>
            <pc:sldMk cId="3301237541" sldId="269"/>
            <ac:picMk id="46" creationId="{CD9B7F94-F24D-F757-5D7C-4D7F47333203}"/>
          </ac:picMkLst>
        </pc:picChg>
        <pc:picChg chg="mod">
          <ac:chgData name="Agamya R Jain" userId="5379bb5ac236f65f" providerId="Windows Live" clId="Web-{948EE035-2290-BF60-7157-08A64467E7DB}" dt="2026-08-12T11:16:02.361" v="131" actId="1076"/>
          <ac:picMkLst>
            <pc:docMk/>
            <pc:sldMk cId="3301237541" sldId="269"/>
            <ac:picMk id="48" creationId="{E7E2B458-91FB-D386-7D1B-60A93299A8FD}"/>
          </ac:picMkLst>
        </pc:picChg>
        <pc:picChg chg="mod ord">
          <ac:chgData name="Agamya R Jain" userId="5379bb5ac236f65f" providerId="Windows Live" clId="Web-{948EE035-2290-BF60-7157-08A64467E7DB}" dt="2026-08-12T11:16:01.846" v="120" actId="1076"/>
          <ac:picMkLst>
            <pc:docMk/>
            <pc:sldMk cId="3301237541" sldId="269"/>
            <ac:picMk id="414" creationId="{D3011EC4-ACF3-2658-3AE9-6268E1CB30E2}"/>
          </ac:picMkLst>
        </pc:picChg>
        <pc:picChg chg="mod">
          <ac:chgData name="Agamya R Jain" userId="5379bb5ac236f65f" providerId="Windows Live" clId="Web-{948EE035-2290-BF60-7157-08A64467E7DB}" dt="2026-08-12T11:20:31.479" v="137" actId="1076"/>
          <ac:picMkLst>
            <pc:docMk/>
            <pc:sldMk cId="3301237541" sldId="269"/>
            <ac:picMk id="421" creationId="{172EFA4B-3950-BA7D-8B83-0A715EABCDE1}"/>
          </ac:picMkLst>
        </pc:picChg>
        <pc:picChg chg="mod">
          <ac:chgData name="Agamya R Jain" userId="5379bb5ac236f65f" providerId="Windows Live" clId="Web-{948EE035-2290-BF60-7157-08A64467E7DB}" dt="2026-08-12T11:16:01.939" v="122" actId="1076"/>
          <ac:picMkLst>
            <pc:docMk/>
            <pc:sldMk cId="3301237541" sldId="269"/>
            <ac:picMk id="432" creationId="{C4D90DBA-2AB0-B6F2-3F28-D6E25ED9F92C}"/>
          </ac:picMkLst>
        </pc:picChg>
      </pc:sldChg>
    </pc:docChg>
  </pc:docChgLst>
  <pc:docChgLst>
    <pc:chgData name="Agamya R Jain" userId="5379bb5ac236f65f" providerId="Windows Live" clId="Web-{BE6F3645-CA14-9D6B-4088-003AF607EFCD}"/>
    <pc:docChg chg="modSld">
      <pc:chgData name="Agamya R Jain" userId="5379bb5ac236f65f" providerId="Windows Live" clId="Web-{BE6F3645-CA14-9D6B-4088-003AF607EFCD}" dt="2026-08-10T18:34:35.752" v="14"/>
      <pc:docMkLst>
        <pc:docMk/>
      </pc:docMkLst>
      <pc:sldChg chg="addSp delSp modSp">
        <pc:chgData name="Agamya R Jain" userId="5379bb5ac236f65f" providerId="Windows Live" clId="Web-{BE6F3645-CA14-9D6B-4088-003AF607EFCD}" dt="2026-08-10T18:34:35.752" v="14"/>
        <pc:sldMkLst>
          <pc:docMk/>
          <pc:sldMk cId="0" sldId="261"/>
        </pc:sldMkLst>
      </pc:sldChg>
    </pc:docChg>
  </pc:docChgLst>
  <pc:docChgLst>
    <pc:chgData clId="Web-{F5F9B1E1-67F5-1736-4967-A57941A19B66}"/>
    <pc:docChg chg="modSld">
      <pc:chgData name="" userId="" providerId="" clId="Web-{F5F9B1E1-67F5-1736-4967-A57941A19B66}" dt="2026-08-09T16:28:18.088" v="0"/>
      <pc:docMkLst>
        <pc:docMk/>
      </pc:docMkLst>
      <pc:sldChg chg="addSp">
        <pc:chgData name="" userId="" providerId="" clId="Web-{F5F9B1E1-67F5-1736-4967-A57941A19B66}" dt="2026-08-09T16:28:18.088" v="0"/>
        <pc:sldMkLst>
          <pc:docMk/>
          <pc:sldMk cId="0" sldId="259"/>
        </pc:sldMkLst>
        <pc:graphicFrameChg chg="add">
          <ac:chgData name="" userId="" providerId="" clId="Web-{F5F9B1E1-67F5-1736-4967-A57941A19B66}" dt="2026-08-09T16:28:18.088" v="0"/>
          <ac:graphicFrameMkLst>
            <pc:docMk/>
            <pc:sldMk cId="0" sldId="259"/>
            <ac:graphicFrameMk id="3" creationId="{27BE3745-D364-07CF-7939-8FA05B450B4F}"/>
          </ac:graphicFrameMkLst>
        </pc:graphicFrameChg>
      </pc:sldChg>
    </pc:docChg>
  </pc:docChgLst>
  <pc:docChgLst>
    <pc:chgData name="Agamya R Jain" userId="5379bb5ac236f65f" providerId="Windows Live" clId="Web-{6D2489E3-7753-F02A-6398-B63FB13D6027}"/>
    <pc:docChg chg="modSld">
      <pc:chgData name="Agamya R Jain" userId="5379bb5ac236f65f" providerId="Windows Live" clId="Web-{6D2489E3-7753-F02A-6398-B63FB13D6027}" dt="2026-08-10T11:33:07.470" v="11" actId="1076"/>
      <pc:docMkLst>
        <pc:docMk/>
      </pc:docMkLst>
      <pc:sldChg chg="addSp modSp">
        <pc:chgData name="Agamya R Jain" userId="5379bb5ac236f65f" providerId="Windows Live" clId="Web-{6D2489E3-7753-F02A-6398-B63FB13D6027}" dt="2026-08-10T11:33:07.470" v="11" actId="1076"/>
        <pc:sldMkLst>
          <pc:docMk/>
          <pc:sldMk cId="0" sldId="260"/>
        </pc:sldMkLst>
        <pc:picChg chg="mod">
          <ac:chgData name="Agamya R Jain" userId="5379bb5ac236f65f" providerId="Windows Live" clId="Web-{6D2489E3-7753-F02A-6398-B63FB13D6027}" dt="2026-08-10T11:32:32.952" v="4" actId="14100"/>
          <ac:picMkLst>
            <pc:docMk/>
            <pc:sldMk cId="0" sldId="260"/>
            <ac:picMk id="253" creationId="{00000000-0000-0000-0000-000000000000}"/>
          </ac:picMkLst>
        </pc:picChg>
      </pc:sldChg>
    </pc:docChg>
  </pc:docChgLst>
  <pc:docChgLst>
    <pc:chgData name="Agamya R Jain" userId="5379bb5ac236f65f" providerId="Windows Live" clId="Web-{0A86EB41-AE31-0369-2E73-E815CEC4E6FF}"/>
    <pc:docChg chg="modSld">
      <pc:chgData name="Agamya R Jain" userId="5379bb5ac236f65f" providerId="Windows Live" clId="Web-{0A86EB41-AE31-0369-2E73-E815CEC4E6FF}" dt="2026-08-09T13:45:35.143" v="340" actId="1076"/>
      <pc:docMkLst>
        <pc:docMk/>
      </pc:docMkLst>
      <pc:sldChg chg="addSp delSp modSp">
        <pc:chgData name="Agamya R Jain" userId="5379bb5ac236f65f" providerId="Windows Live" clId="Web-{0A86EB41-AE31-0369-2E73-E815CEC4E6FF}" dt="2026-08-09T07:20:37.763" v="17"/>
        <pc:sldMkLst>
          <pc:docMk/>
          <pc:sldMk cId="0" sldId="256"/>
        </pc:sldMkLst>
        <pc:spChg chg="add mod">
          <ac:chgData name="Agamya R Jain" userId="5379bb5ac236f65f" providerId="Windows Live" clId="Web-{0A86EB41-AE31-0369-2E73-E815CEC4E6FF}" dt="2026-08-09T07:17:22.545" v="11" actId="20577"/>
          <ac:spMkLst>
            <pc:docMk/>
            <pc:sldMk cId="0" sldId="256"/>
            <ac:spMk id="4" creationId="{C4969C39-8437-66A7-8B7D-3EED0AA09255}"/>
          </ac:spMkLst>
        </pc:spChg>
        <pc:picChg chg="add mod">
          <ac:chgData name="Agamya R Jain" userId="5379bb5ac236f65f" providerId="Windows Live" clId="Web-{0A86EB41-AE31-0369-2E73-E815CEC4E6FF}" dt="2026-08-09T07:19:56.357" v="13" actId="1076"/>
          <ac:picMkLst>
            <pc:docMk/>
            <pc:sldMk cId="0" sldId="256"/>
            <ac:picMk id="2" creationId="{5E5C07FF-98DD-E5F0-CC50-28FB83CE247B}"/>
          </ac:picMkLst>
        </pc:picChg>
      </pc:sldChg>
      <pc:sldChg chg="addSp delSp modSp">
        <pc:chgData name="Agamya R Jain" userId="5379bb5ac236f65f" providerId="Windows Live" clId="Web-{0A86EB41-AE31-0369-2E73-E815CEC4E6FF}" dt="2026-08-09T12:44:17.411" v="275" actId="14100"/>
        <pc:sldMkLst>
          <pc:docMk/>
          <pc:sldMk cId="0" sldId="257"/>
        </pc:sldMkLst>
        <pc:spChg chg="mod">
          <ac:chgData name="Agamya R Jain" userId="5379bb5ac236f65f" providerId="Windows Live" clId="Web-{0A86EB41-AE31-0369-2E73-E815CEC4E6FF}" dt="2026-08-09T08:23:40.387" v="40" actId="14100"/>
          <ac:spMkLst>
            <pc:docMk/>
            <pc:sldMk cId="0" sldId="257"/>
            <ac:spMk id="122" creationId="{00000000-0000-0000-0000-000000000000}"/>
          </ac:spMkLst>
        </pc:spChg>
        <pc:spChg chg="add del mod">
          <ac:chgData name="Agamya R Jain" userId="5379bb5ac236f65f" providerId="Windows Live" clId="Web-{0A86EB41-AE31-0369-2E73-E815CEC4E6FF}" dt="2026-08-09T12:08:29.895" v="223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0:41:05.320" v="65" actId="20577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08:41.473" v="224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07:59.972" v="220" actId="1076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08:58.286" v="225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07:31.783" v="219" actId="20577"/>
          <ac:spMkLst>
            <pc:docMk/>
            <pc:sldMk cId="0" sldId="257"/>
            <ac:spMk id="133" creationId="{00000000-0000-0000-0000-000000000000}"/>
          </ac:spMkLst>
        </pc:spChg>
        <pc:picChg chg="add mod">
          <ac:chgData name="Agamya R Jain" userId="5379bb5ac236f65f" providerId="Windows Live" clId="Web-{0A86EB41-AE31-0369-2E73-E815CEC4E6FF}" dt="2026-08-09T12:10:45.306" v="236" actId="1076"/>
          <ac:picMkLst>
            <pc:docMk/>
            <pc:sldMk cId="0" sldId="257"/>
            <ac:picMk id="4" creationId="{006B0817-9DC2-FB46-E90A-76DD5818D3A7}"/>
          </ac:picMkLst>
        </pc:picChg>
        <pc:picChg chg="add mod">
          <ac:chgData name="Agamya R Jain" userId="5379bb5ac236f65f" providerId="Windows Live" clId="Web-{0A86EB41-AE31-0369-2E73-E815CEC4E6FF}" dt="2026-08-09T12:13:04.952" v="243" actId="14100"/>
          <ac:picMkLst>
            <pc:docMk/>
            <pc:sldMk cId="0" sldId="257"/>
            <ac:picMk id="5" creationId="{45FCB628-E2B3-72BB-32EC-A67951752D34}"/>
          </ac:picMkLst>
        </pc:picChg>
        <pc:picChg chg="mod">
          <ac:chgData name="Agamya R Jain" userId="5379bb5ac236f65f" providerId="Windows Live" clId="Web-{0A86EB41-AE31-0369-2E73-E815CEC4E6FF}" dt="2026-08-09T10:41:18.227" v="70" actId="14100"/>
          <ac:picMkLst>
            <pc:docMk/>
            <pc:sldMk cId="0" sldId="257"/>
            <ac:picMk id="104" creationId="{00000000-0000-0000-0000-000000000000}"/>
          </ac:picMkLst>
        </pc:picChg>
        <pc:picChg chg="mod">
          <ac:chgData name="Agamya R Jain" userId="5379bb5ac236f65f" providerId="Windows Live" clId="Web-{0A86EB41-AE31-0369-2E73-E815CEC4E6FF}" dt="2026-08-09T11:59:50.873" v="155" actId="1076"/>
          <ac:picMkLst>
            <pc:docMk/>
            <pc:sldMk cId="0" sldId="257"/>
            <ac:picMk id="105" creationId="{00000000-0000-0000-0000-000000000000}"/>
          </ac:picMkLst>
        </pc:picChg>
        <pc:picChg chg="mod">
          <ac:chgData name="Agamya R Jain" userId="5379bb5ac236f65f" providerId="Windows Live" clId="Web-{0A86EB41-AE31-0369-2E73-E815CEC4E6FF}" dt="2026-08-09T10:47:32.726" v="116" actId="14100"/>
          <ac:picMkLst>
            <pc:docMk/>
            <pc:sldMk cId="0" sldId="257"/>
            <ac:picMk id="106" creationId="{00000000-0000-0000-0000-000000000000}"/>
          </ac:picMkLst>
        </pc:picChg>
        <pc:picChg chg="mod">
          <ac:chgData name="Agamya R Jain" userId="5379bb5ac236f65f" providerId="Windows Live" clId="Web-{0A86EB41-AE31-0369-2E73-E815CEC4E6FF}" dt="2026-08-09T10:55:30.354" v="119" actId="1076"/>
          <ac:picMkLst>
            <pc:docMk/>
            <pc:sldMk cId="0" sldId="257"/>
            <ac:picMk id="148" creationId="{00000000-0000-0000-0000-000000000000}"/>
          </ac:picMkLst>
        </pc:picChg>
      </pc:sldChg>
      <pc:sldChg chg="modSp">
        <pc:chgData name="Agamya R Jain" userId="5379bb5ac236f65f" providerId="Windows Live" clId="Web-{0A86EB41-AE31-0369-2E73-E815CEC4E6FF}" dt="2026-08-09T12:47:43.506" v="294" actId="1076"/>
        <pc:sldMkLst>
          <pc:docMk/>
          <pc:sldMk cId="0" sldId="258"/>
        </pc:sldMkLst>
        <pc:spChg chg="mod">
          <ac:chgData name="Agamya R Jain" userId="5379bb5ac236f65f" providerId="Windows Live" clId="Web-{0A86EB41-AE31-0369-2E73-E815CEC4E6FF}" dt="2026-08-09T12:46:03.396" v="278" actId="1076"/>
          <ac:spMkLst>
            <pc:docMk/>
            <pc:sldMk cId="0" sldId="258"/>
            <ac:spMk id="174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6:38.740" v="283" actId="1076"/>
          <ac:spMkLst>
            <pc:docMk/>
            <pc:sldMk cId="0" sldId="258"/>
            <ac:spMk id="176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6:43.037" v="284" actId="1076"/>
          <ac:spMkLst>
            <pc:docMk/>
            <pc:sldMk cId="0" sldId="258"/>
            <ac:spMk id="178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7:12.865" v="289" actId="1076"/>
          <ac:spMkLst>
            <pc:docMk/>
            <pc:sldMk cId="0" sldId="258"/>
            <ac:spMk id="180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7:22.381" v="291" actId="1076"/>
          <ac:spMkLst>
            <pc:docMk/>
            <pc:sldMk cId="0" sldId="258"/>
            <ac:spMk id="182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7:28.803" v="292" actId="1076"/>
          <ac:spMkLst>
            <pc:docMk/>
            <pc:sldMk cId="0" sldId="258"/>
            <ac:spMk id="183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7:43.506" v="294" actId="1076"/>
          <ac:spMkLst>
            <pc:docMk/>
            <pc:sldMk cId="0" sldId="258"/>
            <ac:spMk id="184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6:59.053" v="287" actId="1076"/>
          <ac:spMkLst>
            <pc:docMk/>
            <pc:sldMk cId="0" sldId="258"/>
            <ac:spMk id="186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6:54.459" v="286" actId="1076"/>
          <ac:spMkLst>
            <pc:docMk/>
            <pc:sldMk cId="0" sldId="258"/>
            <ac:spMk id="189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6:50.021" v="285" actId="1076"/>
          <ac:spMkLst>
            <pc:docMk/>
            <pc:sldMk cId="0" sldId="258"/>
            <ac:spMk id="192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7:06.178" v="288" actId="1076"/>
          <ac:spMkLst>
            <pc:docMk/>
            <pc:sldMk cId="0" sldId="258"/>
            <ac:spMk id="195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7:17.021" v="290" actId="1076"/>
          <ac:spMkLst>
            <pc:docMk/>
            <pc:sldMk cId="0" sldId="258"/>
            <ac:spMk id="198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47:37.803" v="293" actId="1076"/>
          <ac:spMkLst>
            <pc:docMk/>
            <pc:sldMk cId="0" sldId="258"/>
            <ac:spMk id="201" creationId="{00000000-0000-0000-0000-000000000000}"/>
          </ac:spMkLst>
        </pc:spChg>
      </pc:sldChg>
      <pc:sldChg chg="modSp">
        <pc:chgData name="Agamya R Jain" userId="5379bb5ac236f65f" providerId="Windows Live" clId="Web-{0A86EB41-AE31-0369-2E73-E815CEC4E6FF}" dt="2026-08-09T13:45:35.143" v="340" actId="1076"/>
        <pc:sldMkLst>
          <pc:docMk/>
          <pc:sldMk cId="0" sldId="259"/>
        </pc:sldMkLst>
        <pc:spChg chg="mod">
          <ac:chgData name="Agamya R Jain" userId="5379bb5ac236f65f" providerId="Windows Live" clId="Web-{0A86EB41-AE31-0369-2E73-E815CEC4E6FF}" dt="2026-08-09T12:51:44.147" v="338" actId="1076"/>
          <ac:spMkLst>
            <pc:docMk/>
            <pc:sldMk cId="0" sldId="259"/>
            <ac:spMk id="233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51:10.475" v="329"/>
          <ac:spMkLst>
            <pc:docMk/>
            <pc:sldMk cId="0" sldId="259"/>
            <ac:spMk id="234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51:10.475" v="330"/>
          <ac:spMkLst>
            <pc:docMk/>
            <pc:sldMk cId="0" sldId="259"/>
            <ac:spMk id="235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51:10.491" v="331"/>
          <ac:spMkLst>
            <pc:docMk/>
            <pc:sldMk cId="0" sldId="259"/>
            <ac:spMk id="236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51:10.491" v="332"/>
          <ac:spMkLst>
            <pc:docMk/>
            <pc:sldMk cId="0" sldId="259"/>
            <ac:spMk id="237" creationId="{00000000-0000-0000-0000-000000000000}"/>
          </ac:spMkLst>
        </pc:spChg>
        <pc:spChg chg="mod">
          <ac:chgData name="Agamya R Jain" userId="5379bb5ac236f65f" providerId="Windows Live" clId="Web-{0A86EB41-AE31-0369-2E73-E815CEC4E6FF}" dt="2026-08-09T12:51:10.819" v="333"/>
          <ac:spMkLst>
            <pc:docMk/>
            <pc:sldMk cId="0" sldId="259"/>
            <ac:spMk id="238" creationId="{00000000-0000-0000-0000-000000000000}"/>
          </ac:spMkLst>
        </pc:spChg>
        <pc:picChg chg="mod">
          <ac:chgData name="Agamya R Jain" userId="5379bb5ac236f65f" providerId="Windows Live" clId="Web-{0A86EB41-AE31-0369-2E73-E815CEC4E6FF}" dt="2026-08-09T13:45:35.143" v="340" actId="1076"/>
          <ac:picMkLst>
            <pc:docMk/>
            <pc:sldMk cId="0" sldId="259"/>
            <ac:picMk id="215" creationId="{00000000-0000-0000-0000-000000000000}"/>
          </ac:picMkLst>
        </pc:picChg>
        <pc:picChg chg="mod">
          <ac:chgData name="Agamya R Jain" userId="5379bb5ac236f65f" providerId="Windows Live" clId="Web-{0A86EB41-AE31-0369-2E73-E815CEC4E6FF}" dt="2026-08-09T12:51:32.132" v="337" actId="14100"/>
          <ac:picMkLst>
            <pc:docMk/>
            <pc:sldMk cId="0" sldId="259"/>
            <ac:picMk id="216" creationId="{00000000-0000-0000-0000-000000000000}"/>
          </ac:picMkLst>
        </pc:picChg>
        <pc:picChg chg="mod">
          <ac:chgData name="Agamya R Jain" userId="5379bb5ac236f65f" providerId="Windows Live" clId="Web-{0A86EB41-AE31-0369-2E73-E815CEC4E6FF}" dt="2026-08-09T12:51:29.725" v="336" actId="14100"/>
          <ac:picMkLst>
            <pc:docMk/>
            <pc:sldMk cId="0" sldId="259"/>
            <ac:picMk id="217" creationId="{00000000-0000-0000-0000-000000000000}"/>
          </ac:picMkLst>
        </pc:picChg>
        <pc:picChg chg="mod">
          <ac:chgData name="Agamya R Jain" userId="5379bb5ac236f65f" providerId="Windows Live" clId="Web-{0A86EB41-AE31-0369-2E73-E815CEC4E6FF}" dt="2026-08-09T12:51:24.569" v="335" actId="14100"/>
          <ac:picMkLst>
            <pc:docMk/>
            <pc:sldMk cId="0" sldId="259"/>
            <ac:picMk id="218" creationId="{00000000-0000-0000-0000-000000000000}"/>
          </ac:picMkLst>
        </pc:picChg>
      </pc:sldChg>
    </pc:docChg>
  </pc:docChgLst>
  <pc:docChgLst>
    <pc:chgData name="Agamya R Jain" userId="5379bb5ac236f65f" providerId="Windows Live" clId="Web-{BFD7F63D-E5E7-8777-1CB5-D317C5DB1BBC}"/>
    <pc:docChg chg="modSld">
      <pc:chgData name="Agamya R Jain" userId="5379bb5ac236f65f" providerId="Windows Live" clId="Web-{BFD7F63D-E5E7-8777-1CB5-D317C5DB1BBC}" dt="2026-08-10T08:18:50.972" v="72" actId="1076"/>
      <pc:docMkLst>
        <pc:docMk/>
      </pc:docMkLst>
      <pc:sldChg chg="delSp modSp">
        <pc:chgData name="Agamya R Jain" userId="5379bb5ac236f65f" providerId="Windows Live" clId="Web-{BFD7F63D-E5E7-8777-1CB5-D317C5DB1BBC}" dt="2026-08-10T08:18:50.972" v="72" actId="1076"/>
        <pc:sldMkLst>
          <pc:docMk/>
          <pc:sldMk cId="0" sldId="260"/>
        </pc:sldMkLst>
        <pc:spChg chg="mod">
          <ac:chgData name="Agamya R Jain" userId="5379bb5ac236f65f" providerId="Windows Live" clId="Web-{BFD7F63D-E5E7-8777-1CB5-D317C5DB1BBC}" dt="2026-08-10T08:10:45.941" v="11" actId="20577"/>
          <ac:spMkLst>
            <pc:docMk/>
            <pc:sldMk cId="0" sldId="260"/>
            <ac:spMk id="3" creationId="{617A8725-C370-4811-1A2B-CA3F80B8921F}"/>
          </ac:spMkLst>
        </pc:spChg>
        <pc:spChg chg="mod">
          <ac:chgData name="Agamya R Jain" userId="5379bb5ac236f65f" providerId="Windows Live" clId="Web-{BFD7F63D-E5E7-8777-1CB5-D317C5DB1BBC}" dt="2026-08-10T08:12:40.819" v="41" actId="20577"/>
          <ac:spMkLst>
            <pc:docMk/>
            <pc:sldMk cId="0" sldId="260"/>
            <ac:spMk id="261" creationId="{00000000-0000-0000-0000-000000000000}"/>
          </ac:spMkLst>
        </pc:spChg>
        <pc:picChg chg="mod">
          <ac:chgData name="Agamya R Jain" userId="5379bb5ac236f65f" providerId="Windows Live" clId="Web-{BFD7F63D-E5E7-8777-1CB5-D317C5DB1BBC}" dt="2026-08-10T08:18:50.972" v="72" actId="1076"/>
          <ac:picMkLst>
            <pc:docMk/>
            <pc:sldMk cId="0" sldId="260"/>
            <ac:picMk id="253" creationId="{00000000-0000-0000-0000-000000000000}"/>
          </ac:picMkLst>
        </pc:picChg>
      </pc:sldChg>
      <pc:sldChg chg="addSp delSp modSp">
        <pc:chgData name="Agamya R Jain" userId="5379bb5ac236f65f" providerId="Windows Live" clId="Web-{BFD7F63D-E5E7-8777-1CB5-D317C5DB1BBC}" dt="2026-08-10T08:12:27.303" v="39" actId="1076"/>
        <pc:sldMkLst>
          <pc:docMk/>
          <pc:sldMk cId="0" sldId="261"/>
        </pc:sldMkLst>
        <pc:spChg chg="add mod">
          <ac:chgData name="Agamya R Jain" userId="5379bb5ac236f65f" providerId="Windows Live" clId="Web-{BFD7F63D-E5E7-8777-1CB5-D317C5DB1BBC}" dt="2026-08-10T08:12:27.303" v="39" actId="1076"/>
          <ac:spMkLst>
            <pc:docMk/>
            <pc:sldMk cId="0" sldId="261"/>
            <ac:spMk id="3" creationId="{D9EC4B45-6157-5D77-CD61-BF5E89B8A436}"/>
          </ac:spMkLst>
        </pc:spChg>
      </pc:sldChg>
    </pc:docChg>
  </pc:docChgLst>
  <pc:docChgLst>
    <pc:chgData name="Agamya R Jain" userId="5379bb5ac236f65f" providerId="Windows Live" clId="Web-{941B7C15-DFA4-B3AB-FDB6-10E0D59E0F85}"/>
    <pc:docChg chg="modSld">
      <pc:chgData name="Agamya R Jain" userId="5379bb5ac236f65f" providerId="Windows Live" clId="Web-{941B7C15-DFA4-B3AB-FDB6-10E0D59E0F85}" dt="2026-08-09T17:41:25.681" v="317"/>
      <pc:docMkLst>
        <pc:docMk/>
      </pc:docMkLst>
      <pc:sldChg chg="addSp delSp modSp">
        <pc:chgData name="Agamya R Jain" userId="5379bb5ac236f65f" providerId="Windows Live" clId="Web-{941B7C15-DFA4-B3AB-FDB6-10E0D59E0F85}" dt="2026-08-09T17:41:25.681" v="317"/>
        <pc:sldMkLst>
          <pc:docMk/>
          <pc:sldMk cId="0" sldId="259"/>
        </pc:sldMkLst>
        <pc:spChg chg="add mod">
          <ac:chgData name="Agamya R Jain" userId="5379bb5ac236f65f" providerId="Windows Live" clId="Web-{941B7C15-DFA4-B3AB-FDB6-10E0D59E0F85}" dt="2026-08-09T17:17:55.978" v="189" actId="1076"/>
          <ac:spMkLst>
            <pc:docMk/>
            <pc:sldMk cId="0" sldId="259"/>
            <ac:spMk id="12" creationId="{DED15C92-7985-6D2A-6D8A-9809DC5B9CBC}"/>
          </ac:spMkLst>
        </pc:spChg>
        <pc:spChg chg="mod">
          <ac:chgData name="Agamya R Jain" userId="5379bb5ac236f65f" providerId="Windows Live" clId="Web-{941B7C15-DFA4-B3AB-FDB6-10E0D59E0F85}" dt="2026-08-09T17:06:15.446" v="119" actId="1076"/>
          <ac:spMkLst>
            <pc:docMk/>
            <pc:sldMk cId="0" sldId="259"/>
            <ac:spMk id="228" creationId="{00000000-0000-0000-0000-000000000000}"/>
          </ac:spMkLst>
        </pc:spChg>
        <pc:spChg chg="mod">
          <ac:chgData name="Agamya R Jain" userId="5379bb5ac236f65f" providerId="Windows Live" clId="Web-{941B7C15-DFA4-B3AB-FDB6-10E0D59E0F85}" dt="2026-08-09T17:25:59.180" v="196" actId="20577"/>
          <ac:spMkLst>
            <pc:docMk/>
            <pc:sldMk cId="0" sldId="259"/>
            <ac:spMk id="233" creationId="{00000000-0000-0000-0000-000000000000}"/>
          </ac:spMkLst>
        </pc:spChg>
        <pc:spChg chg="mod">
          <ac:chgData name="Agamya R Jain" userId="5379bb5ac236f65f" providerId="Windows Live" clId="Web-{941B7C15-DFA4-B3AB-FDB6-10E0D59E0F85}" dt="2026-08-09T17:36:12.962" v="277" actId="1076"/>
          <ac:spMkLst>
            <pc:docMk/>
            <pc:sldMk cId="0" sldId="259"/>
            <ac:spMk id="234" creationId="{00000000-0000-0000-0000-000000000000}"/>
          </ac:spMkLst>
        </pc:spChg>
        <pc:spChg chg="mod">
          <ac:chgData name="Agamya R Jain" userId="5379bb5ac236f65f" providerId="Windows Live" clId="Web-{941B7C15-DFA4-B3AB-FDB6-10E0D59E0F85}" dt="2026-08-09T17:31:13.602" v="245" actId="1076"/>
          <ac:spMkLst>
            <pc:docMk/>
            <pc:sldMk cId="0" sldId="259"/>
            <ac:spMk id="235" creationId="{00000000-0000-0000-0000-000000000000}"/>
          </ac:spMkLst>
        </pc:spChg>
        <pc:spChg chg="mod">
          <ac:chgData name="Agamya R Jain" userId="5379bb5ac236f65f" providerId="Windows Live" clId="Web-{941B7C15-DFA4-B3AB-FDB6-10E0D59E0F85}" dt="2026-08-09T17:30:45.993" v="241" actId="1076"/>
          <ac:spMkLst>
            <pc:docMk/>
            <pc:sldMk cId="0" sldId="259"/>
            <ac:spMk id="236" creationId="{00000000-0000-0000-0000-000000000000}"/>
          </ac:spMkLst>
        </pc:spChg>
        <pc:spChg chg="mod">
          <ac:chgData name="Agamya R Jain" userId="5379bb5ac236f65f" providerId="Windows Live" clId="Web-{941B7C15-DFA4-B3AB-FDB6-10E0D59E0F85}" dt="2026-08-09T17:29:30.415" v="223" actId="20577"/>
          <ac:spMkLst>
            <pc:docMk/>
            <pc:sldMk cId="0" sldId="259"/>
            <ac:spMk id="237" creationId="{00000000-0000-0000-0000-000000000000}"/>
          </ac:spMkLst>
        </pc:spChg>
        <pc:spChg chg="mod">
          <ac:chgData name="Agamya R Jain" userId="5379bb5ac236f65f" providerId="Windows Live" clId="Web-{941B7C15-DFA4-B3AB-FDB6-10E0D59E0F85}" dt="2026-08-09T17:33:14.040" v="271" actId="1076"/>
          <ac:spMkLst>
            <pc:docMk/>
            <pc:sldMk cId="0" sldId="259"/>
            <ac:spMk id="238" creationId="{00000000-0000-0000-0000-000000000000}"/>
          </ac:spMkLst>
        </pc:spChg>
        <pc:picChg chg="add mod ord modCrop">
          <ac:chgData name="Agamya R Jain" userId="5379bb5ac236f65f" providerId="Windows Live" clId="Web-{941B7C15-DFA4-B3AB-FDB6-10E0D59E0F85}" dt="2026-08-09T17:17:24.853" v="170" actId="14100"/>
          <ac:picMkLst>
            <pc:docMk/>
            <pc:sldMk cId="0" sldId="259"/>
            <ac:picMk id="13" creationId="{36CA6DAD-4F34-76E5-9841-2E957F1954C6}"/>
          </ac:picMkLst>
        </pc:picChg>
        <pc:picChg chg="mod">
          <ac:chgData name="Agamya R Jain" userId="5379bb5ac236f65f" providerId="Windows Live" clId="Web-{941B7C15-DFA4-B3AB-FDB6-10E0D59E0F85}" dt="2026-08-09T17:15:25.509" v="147" actId="1076"/>
          <ac:picMkLst>
            <pc:docMk/>
            <pc:sldMk cId="0" sldId="259"/>
            <ac:picMk id="215" creationId="{00000000-0000-0000-0000-000000000000}"/>
          </ac:picMkLst>
        </pc:picChg>
        <pc:picChg chg="mod">
          <ac:chgData name="Agamya R Jain" userId="5379bb5ac236f65f" providerId="Windows Live" clId="Web-{941B7C15-DFA4-B3AB-FDB6-10E0D59E0F85}" dt="2026-08-09T17:36:09.118" v="276" actId="1076"/>
          <ac:picMkLst>
            <pc:docMk/>
            <pc:sldMk cId="0" sldId="259"/>
            <ac:picMk id="216" creationId="{00000000-0000-0000-0000-000000000000}"/>
          </ac:picMkLst>
        </pc:picChg>
        <pc:picChg chg="mod">
          <ac:chgData name="Agamya R Jain" userId="5379bb5ac236f65f" providerId="Windows Live" clId="Web-{941B7C15-DFA4-B3AB-FDB6-10E0D59E0F85}" dt="2026-08-09T17:17:49.900" v="181" actId="14100"/>
          <ac:picMkLst>
            <pc:docMk/>
            <pc:sldMk cId="0" sldId="259"/>
            <ac:picMk id="217" creationId="{00000000-0000-0000-0000-000000000000}"/>
          </ac:picMkLst>
        </pc:picChg>
        <pc:picChg chg="mod">
          <ac:chgData name="Agamya R Jain" userId="5379bb5ac236f65f" providerId="Windows Live" clId="Web-{941B7C15-DFA4-B3AB-FDB6-10E0D59E0F85}" dt="2026-08-09T17:17:49.978" v="182" actId="14100"/>
          <ac:picMkLst>
            <pc:docMk/>
            <pc:sldMk cId="0" sldId="259"/>
            <ac:picMk id="218" creationId="{00000000-0000-0000-0000-000000000000}"/>
          </ac:picMkLst>
        </pc:picChg>
      </pc:sldChg>
    </pc:docChg>
  </pc:docChgLst>
  <pc:docChgLst>
    <pc:chgData clId="Web-{941B7C15-DFA4-B3AB-FDB6-10E0D59E0F85}"/>
    <pc:docChg chg="modSld">
      <pc:chgData name="" userId="" providerId="" clId="Web-{941B7C15-DFA4-B3AB-FDB6-10E0D59E0F85}" dt="2026-08-09T16:55:22.367" v="0"/>
      <pc:docMkLst>
        <pc:docMk/>
      </pc:docMkLst>
      <pc:sldChg chg="addSp">
        <pc:chgData name="" userId="" providerId="" clId="Web-{941B7C15-DFA4-B3AB-FDB6-10E0D59E0F85}" dt="2026-08-09T16:55:22.367" v="0"/>
        <pc:sldMkLst>
          <pc:docMk/>
          <pc:sldMk cId="0" sldId="259"/>
        </pc:sldMkLst>
      </pc:sldChg>
    </pc:docChg>
  </pc:docChgLst>
  <pc:docChgLst>
    <pc:chgData name="Agamya R Jain" userId="5379bb5ac236f65f" providerId="Windows Live" clId="Web-{1BD12A4D-747A-2CDB-4671-A9BA7122BB85}"/>
    <pc:docChg chg="modSld">
      <pc:chgData name="Agamya R Jain" userId="5379bb5ac236f65f" providerId="Windows Live" clId="Web-{1BD12A4D-747A-2CDB-4671-A9BA7122BB85}" dt="2026-08-10T15:06:56.646" v="34"/>
      <pc:docMkLst>
        <pc:docMk/>
      </pc:docMkLst>
      <pc:sldChg chg="addSp delSp modSp">
        <pc:chgData name="Agamya R Jain" userId="5379bb5ac236f65f" providerId="Windows Live" clId="Web-{1BD12A4D-747A-2CDB-4671-A9BA7122BB85}" dt="2026-08-10T15:06:56.646" v="34"/>
        <pc:sldMkLst>
          <pc:docMk/>
          <pc:sldMk cId="0" sldId="260"/>
        </pc:sldMkLst>
        <pc:spChg chg="add mod">
          <ac:chgData name="Agamya R Jain" userId="5379bb5ac236f65f" providerId="Windows Live" clId="Web-{1BD12A4D-747A-2CDB-4671-A9BA7122BB85}" dt="2026-08-10T14:36:24.348" v="25" actId="14100"/>
          <ac:spMkLst>
            <pc:docMk/>
            <pc:sldMk cId="0" sldId="260"/>
            <ac:spMk id="7" creationId="{AC704F99-E7EC-660B-CB3A-C4C7F9402967}"/>
          </ac:spMkLst>
        </pc:spChg>
        <pc:picChg chg="add mod">
          <ac:chgData name="Agamya R Jain" userId="5379bb5ac236f65f" providerId="Windows Live" clId="Web-{1BD12A4D-747A-2CDB-4671-A9BA7122BB85}" dt="2026-08-10T14:36:41.255" v="28" actId="14100"/>
          <ac:picMkLst>
            <pc:docMk/>
            <pc:sldMk cId="0" sldId="260"/>
            <ac:picMk id="6" creationId="{EFAC6F65-4E46-B7B8-1778-53FE0E488DE4}"/>
          </ac:picMkLst>
        </pc:picChg>
      </pc:sldChg>
    </pc:docChg>
  </pc:docChgLst>
  <pc:docChgLst>
    <pc:chgData name="Agamya R Jain" userId="5379bb5ac236f65f" providerId="Windows Live" clId="Web-{1050334C-FB9D-DBF4-9107-45FCC455C9CA}"/>
    <pc:docChg chg="modSld">
      <pc:chgData name="Agamya R Jain" userId="5379bb5ac236f65f" providerId="Windows Live" clId="Web-{1050334C-FB9D-DBF4-9107-45FCC455C9CA}" dt="2026-09-01T06:24:20.930" v="1" actId="20577"/>
      <pc:docMkLst>
        <pc:docMk/>
      </pc:docMkLst>
      <pc:sldChg chg="modSp">
        <pc:chgData name="Agamya R Jain" userId="5379bb5ac236f65f" providerId="Windows Live" clId="Web-{1050334C-FB9D-DBF4-9107-45FCC455C9CA}" dt="2026-09-01T06:24:20.930" v="1" actId="20577"/>
        <pc:sldMkLst>
          <pc:docMk/>
          <pc:sldMk cId="0" sldId="258"/>
        </pc:sldMkLst>
        <pc:graphicFrameChg chg="modGraphic">
          <ac:chgData name="Agamya R Jain" userId="5379bb5ac236f65f" providerId="Windows Live" clId="Web-{1050334C-FB9D-DBF4-9107-45FCC455C9CA}" dt="2026-09-01T06:24:20.930" v="1" actId="20577"/>
          <ac:graphicFrameMkLst>
            <pc:docMk/>
            <pc:sldMk cId="0" sldId="258"/>
            <ac:graphicFrameMk id="3" creationId="{848E512B-D7E7-1C12-C685-120AFF7F6C92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Char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Product Revenue, Profit &amp; Margin%</a:t>
            </a:r>
          </a:p>
        </c:rich>
      </c:tx>
      <c:layout>
        <c:manualLayout>
          <c:xMode val="edge"/>
          <c:yMode val="edge"/>
          <c:x val="2.5395680288567302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TB!D1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3498DB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D9E1F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TB!$A$2:$A$11</c:f>
              <c:strCache>
                <c:ptCount val="10"/>
                <c:pt idx="0">
                  <c:v>Veg Pizza</c:v>
                </c:pt>
                <c:pt idx="1">
                  <c:v>Paneer Roll</c:v>
                </c:pt>
                <c:pt idx="2">
                  <c:v>Paneer Wrap</c:v>
                </c:pt>
                <c:pt idx="3">
                  <c:v>Burger</c:v>
                </c:pt>
                <c:pt idx="4">
                  <c:v>Chocolate Shake</c:v>
                </c:pt>
                <c:pt idx="5">
                  <c:v>Garlic Bread</c:v>
                </c:pt>
                <c:pt idx="6">
                  <c:v>Nachos</c:v>
                </c:pt>
                <c:pt idx="7">
                  <c:v>French Fries</c:v>
                </c:pt>
                <c:pt idx="8">
                  <c:v>Cold Coffee</c:v>
                </c:pt>
                <c:pt idx="9">
                  <c:v>Iced Tea</c:v>
                </c:pt>
              </c:strCache>
            </c:strRef>
          </c:cat>
          <c:val>
            <c:numRef>
              <c:f>TB!D2:D11</c:f>
              <c:numCache>
                <c:formatCode>[&gt;=1000]\₹#,##0.00,"K";\₹0.00</c:formatCode>
                <c:ptCount val="10"/>
                <c:pt idx="0">
                  <c:v>144575.9</c:v>
                </c:pt>
                <c:pt idx="1">
                  <c:v>105095.21</c:v>
                </c:pt>
                <c:pt idx="2">
                  <c:v>102274.27</c:v>
                </c:pt>
                <c:pt idx="3">
                  <c:v>82774.11</c:v>
                </c:pt>
                <c:pt idx="4">
                  <c:v>81717.47</c:v>
                </c:pt>
                <c:pt idx="5">
                  <c:v>73813.850000000006</c:v>
                </c:pt>
                <c:pt idx="6">
                  <c:v>64011.95</c:v>
                </c:pt>
                <c:pt idx="7">
                  <c:v>63076.08</c:v>
                </c:pt>
                <c:pt idx="8">
                  <c:v>62569.279999999999</c:v>
                </c:pt>
                <c:pt idx="9">
                  <c:v>57363.34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D9-4416-9096-B7BD55A9557F}"/>
            </c:ext>
          </c:extLst>
        </c:ser>
        <c:ser>
          <c:idx val="1"/>
          <c:order val="1"/>
          <c:tx>
            <c:strRef>
              <c:f>TB!C1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2ECC7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E2EFDA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TB!$A$2:$A$11</c:f>
              <c:strCache>
                <c:ptCount val="10"/>
                <c:pt idx="0">
                  <c:v>Veg Pizza</c:v>
                </c:pt>
                <c:pt idx="1">
                  <c:v>Paneer Roll</c:v>
                </c:pt>
                <c:pt idx="2">
                  <c:v>Paneer Wrap</c:v>
                </c:pt>
                <c:pt idx="3">
                  <c:v>Burger</c:v>
                </c:pt>
                <c:pt idx="4">
                  <c:v>Chocolate Shake</c:v>
                </c:pt>
                <c:pt idx="5">
                  <c:v>Garlic Bread</c:v>
                </c:pt>
                <c:pt idx="6">
                  <c:v>Nachos</c:v>
                </c:pt>
                <c:pt idx="7">
                  <c:v>French Fries</c:v>
                </c:pt>
                <c:pt idx="8">
                  <c:v>Cold Coffee</c:v>
                </c:pt>
                <c:pt idx="9">
                  <c:v>Iced Tea</c:v>
                </c:pt>
              </c:strCache>
            </c:strRef>
          </c:cat>
          <c:val>
            <c:numRef>
              <c:f>TB!C2:C11</c:f>
              <c:numCache>
                <c:formatCode>[&gt;=1000]\₹#,##0.00,"K";\₹0.00</c:formatCode>
                <c:ptCount val="10"/>
                <c:pt idx="0">
                  <c:v>40095.9</c:v>
                </c:pt>
                <c:pt idx="1">
                  <c:v>35695.21</c:v>
                </c:pt>
                <c:pt idx="2">
                  <c:v>31874.27</c:v>
                </c:pt>
                <c:pt idx="3">
                  <c:v>27154.11</c:v>
                </c:pt>
                <c:pt idx="4">
                  <c:v>32757.47</c:v>
                </c:pt>
                <c:pt idx="5">
                  <c:v>25128.85</c:v>
                </c:pt>
                <c:pt idx="6">
                  <c:v>25861.95</c:v>
                </c:pt>
                <c:pt idx="7">
                  <c:v>27976.080000000002</c:v>
                </c:pt>
                <c:pt idx="8">
                  <c:v>27499.279999999999</c:v>
                </c:pt>
                <c:pt idx="9">
                  <c:v>25063.34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D9-4416-9096-B7BD55A955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0"/>
        <c:axId val="544651783"/>
        <c:axId val="482264583"/>
      </c:barChart>
      <c:lineChart>
        <c:grouping val="standard"/>
        <c:varyColors val="0"/>
        <c:ser>
          <c:idx val="2"/>
          <c:order val="2"/>
          <c:tx>
            <c:strRef>
              <c:f>TB!B1</c:f>
              <c:strCache>
                <c:ptCount val="1"/>
                <c:pt idx="0">
                  <c:v>Avg. Profit Margin %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4090909090909109E-2"/>
                  <c:y val="-6.25000000000000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4D9-4416-9096-B7BD55A9557F}"/>
                </c:ext>
              </c:extLst>
            </c:dLbl>
            <c:dLbl>
              <c:idx val="1"/>
              <c:layout>
                <c:manualLayout>
                  <c:x val="-8.8383838383838381E-3"/>
                  <c:y val="8.680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4D9-4416-9096-B7BD55A9557F}"/>
                </c:ext>
              </c:extLst>
            </c:dLbl>
            <c:dLbl>
              <c:idx val="2"/>
              <c:layout>
                <c:manualLayout>
                  <c:x val="-1.7676767676767676E-2"/>
                  <c:y val="8.68055555555555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4D9-4416-9096-B7BD55A9557F}"/>
                </c:ext>
              </c:extLst>
            </c:dLbl>
            <c:dLbl>
              <c:idx val="9"/>
              <c:layout>
                <c:manualLayout>
                  <c:x val="-2.3989898989899113E-2"/>
                  <c:y val="8.68055555555555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4D9-4416-9096-B7BD55A9557F}"/>
                </c:ext>
              </c:extLst>
            </c:dLbl>
            <c:spPr>
              <a:solidFill>
                <a:srgbClr val="FFF2C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TB!$A$2:$A$11</c:f>
              <c:strCache>
                <c:ptCount val="10"/>
                <c:pt idx="0">
                  <c:v>Veg Pizza</c:v>
                </c:pt>
                <c:pt idx="1">
                  <c:v>Paneer Roll</c:v>
                </c:pt>
                <c:pt idx="2">
                  <c:v>Paneer Wrap</c:v>
                </c:pt>
                <c:pt idx="3">
                  <c:v>Burger</c:v>
                </c:pt>
                <c:pt idx="4">
                  <c:v>Chocolate Shake</c:v>
                </c:pt>
                <c:pt idx="5">
                  <c:v>Garlic Bread</c:v>
                </c:pt>
                <c:pt idx="6">
                  <c:v>Nachos</c:v>
                </c:pt>
                <c:pt idx="7">
                  <c:v>French Fries</c:v>
                </c:pt>
                <c:pt idx="8">
                  <c:v>Cold Coffee</c:v>
                </c:pt>
                <c:pt idx="9">
                  <c:v>Iced Tea</c:v>
                </c:pt>
              </c:strCache>
            </c:strRef>
          </c:cat>
          <c:val>
            <c:numRef>
              <c:f>TB!B2:B11</c:f>
              <c:numCache>
                <c:formatCode>0.00%</c:formatCode>
                <c:ptCount val="10"/>
                <c:pt idx="0">
                  <c:v>0.27729999999999999</c:v>
                </c:pt>
                <c:pt idx="1">
                  <c:v>0.33960000000000001</c:v>
                </c:pt>
                <c:pt idx="2">
                  <c:v>0.31169999999999998</c:v>
                </c:pt>
                <c:pt idx="3">
                  <c:v>0.3281</c:v>
                </c:pt>
                <c:pt idx="4">
                  <c:v>0.40089999999999998</c:v>
                </c:pt>
                <c:pt idx="5">
                  <c:v>0.34039999999999998</c:v>
                </c:pt>
                <c:pt idx="6">
                  <c:v>0.40400000000000003</c:v>
                </c:pt>
                <c:pt idx="7">
                  <c:v>0.44350000000000001</c:v>
                </c:pt>
                <c:pt idx="8">
                  <c:v>0.4395</c:v>
                </c:pt>
                <c:pt idx="9">
                  <c:v>0.43690000000000001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4D9-4416-9096-B7BD55A955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5353479"/>
        <c:axId val="885350407"/>
      </c:lineChart>
      <c:catAx>
        <c:axId val="544651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482264583"/>
        <c:crosses val="autoZero"/>
        <c:auto val="1"/>
        <c:lblAlgn val="ctr"/>
        <c:lblOffset val="100"/>
        <c:noMultiLvlLbl val="0"/>
      </c:catAx>
      <c:valAx>
        <c:axId val="4822645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Revenue/Profit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[&gt;=1000]\₹#,##0,&quot;K&quot;;\₹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544651783"/>
        <c:crosses val="autoZero"/>
        <c:crossBetween val="between"/>
      </c:valAx>
      <c:valAx>
        <c:axId val="88535040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Avg. Profit Margin(%)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885353479"/>
        <c:crosses val="max"/>
        <c:crossBetween val="between"/>
      </c:valAx>
      <c:catAx>
        <c:axId val="88535347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853504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4174987903048425E-2"/>
          <c:y val="0.11805555555555555"/>
          <c:w val="0.53670640331969677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Product Category Revenue, Profit &amp; Margin</a:t>
            </a:r>
          </a:p>
        </c:rich>
      </c:tx>
      <c:layout>
        <c:manualLayout>
          <c:xMode val="edge"/>
          <c:yMode val="edge"/>
          <c:x val="2.5395680288567302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TB!E13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3498DB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D9E1F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('https://d.docs.live.net/5379BB5AC236F65F/[Charts.xlsx]TB'!$A$14:$A$16,'https://d.docs.live.net/5379BB5AC236F65F/[Charts.xlsx]TB'!$A$14:$A$16)</c:f>
              <c:strCache>
                <c:ptCount val="6"/>
                <c:pt idx="0">
                  <c:v>Meals</c:v>
                </c:pt>
                <c:pt idx="1">
                  <c:v>Beverages</c:v>
                </c:pt>
                <c:pt idx="2">
                  <c:v>Snacks</c:v>
                </c:pt>
                <c:pt idx="3">
                  <c:v>Meals</c:v>
                </c:pt>
                <c:pt idx="4">
                  <c:v>Beverages</c:v>
                </c:pt>
                <c:pt idx="5">
                  <c:v>Snacks</c:v>
                </c:pt>
              </c:strCache>
            </c:strRef>
          </c:cat>
          <c:val>
            <c:numRef>
              <c:f>TB!E14:E16</c:f>
              <c:numCache>
                <c:formatCode>[&gt;=1000]\₹#,##0.00,"K";\₹0.00</c:formatCode>
                <c:ptCount val="3"/>
                <c:pt idx="0">
                  <c:v>434719.49</c:v>
                </c:pt>
                <c:pt idx="1">
                  <c:v>201650.09</c:v>
                </c:pt>
                <c:pt idx="2">
                  <c:v>200901.88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96-4E3C-AE0E-1E357583E1FC}"/>
            </c:ext>
          </c:extLst>
        </c:ser>
        <c:ser>
          <c:idx val="1"/>
          <c:order val="1"/>
          <c:tx>
            <c:strRef>
              <c:f>TB!D13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2ECC7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E2EFDA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('https://d.docs.live.net/5379BB5AC236F65F/[Charts.xlsx]TB'!$A$14:$A$16,'https://d.docs.live.net/5379BB5AC236F65F/[Charts.xlsx]TB'!$A$14:$A$16)</c:f>
              <c:strCache>
                <c:ptCount val="6"/>
                <c:pt idx="0">
                  <c:v>Meals</c:v>
                </c:pt>
                <c:pt idx="1">
                  <c:v>Beverages</c:v>
                </c:pt>
                <c:pt idx="2">
                  <c:v>Snacks</c:v>
                </c:pt>
                <c:pt idx="3">
                  <c:v>Meals</c:v>
                </c:pt>
                <c:pt idx="4">
                  <c:v>Beverages</c:v>
                </c:pt>
                <c:pt idx="5">
                  <c:v>Snacks</c:v>
                </c:pt>
              </c:strCache>
            </c:strRef>
          </c:cat>
          <c:val>
            <c:numRef>
              <c:f>TB!D14:D16</c:f>
              <c:numCache>
                <c:formatCode>[&gt;=1000]\₹#,##0.00,"K";\₹0.00</c:formatCode>
                <c:ptCount val="3"/>
                <c:pt idx="0">
                  <c:v>134819.49</c:v>
                </c:pt>
                <c:pt idx="1">
                  <c:v>85320.09</c:v>
                </c:pt>
                <c:pt idx="2">
                  <c:v>78966.880000000005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96-4E3C-AE0E-1E357583E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0"/>
        <c:axId val="544651783"/>
        <c:axId val="482264583"/>
      </c:barChart>
      <c:lineChart>
        <c:grouping val="standard"/>
        <c:varyColors val="0"/>
        <c:ser>
          <c:idx val="2"/>
          <c:order val="2"/>
          <c:tx>
            <c:strRef>
              <c:f>TB!C13</c:f>
              <c:strCache>
                <c:ptCount val="1"/>
                <c:pt idx="0">
                  <c:v>Avg. Profit Margin %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6.9767441860465171E-2"/>
                  <c:y val="-5.2083333333333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896-4E3C-AE0E-1E357583E1FC}"/>
                </c:ext>
              </c:extLst>
            </c:dLbl>
            <c:spPr>
              <a:solidFill>
                <a:srgbClr val="FFF2C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('https://d.docs.live.net/5379BB5AC236F65F/[Charts.xlsx]TB'!$A$14:$A$16,'https://d.docs.live.net/5379BB5AC236F65F/[Charts.xlsx]TB'!$A$14:$A$16)</c:f>
              <c:strCache>
                <c:ptCount val="6"/>
                <c:pt idx="0">
                  <c:v>Meals</c:v>
                </c:pt>
                <c:pt idx="1">
                  <c:v>Beverages</c:v>
                </c:pt>
                <c:pt idx="2">
                  <c:v>Snacks</c:v>
                </c:pt>
                <c:pt idx="3">
                  <c:v>Meals</c:v>
                </c:pt>
                <c:pt idx="4">
                  <c:v>Beverages</c:v>
                </c:pt>
                <c:pt idx="5">
                  <c:v>Snacks</c:v>
                </c:pt>
              </c:strCache>
            </c:strRef>
          </c:cat>
          <c:val>
            <c:numRef>
              <c:f>TB!C14:C16</c:f>
              <c:numCache>
                <c:formatCode>0.00%</c:formatCode>
                <c:ptCount val="3"/>
                <c:pt idx="0">
                  <c:v>0.30859999999999999</c:v>
                </c:pt>
                <c:pt idx="1">
                  <c:v>0.4214</c:v>
                </c:pt>
                <c:pt idx="2">
                  <c:v>0.38750000000000001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96-4E3C-AE0E-1E357583E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4794247"/>
        <c:axId val="1054746119"/>
      </c:lineChart>
      <c:catAx>
        <c:axId val="544651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482264583"/>
        <c:crosses val="autoZero"/>
        <c:auto val="1"/>
        <c:lblAlgn val="ctr"/>
        <c:lblOffset val="100"/>
        <c:noMultiLvlLbl val="0"/>
      </c:catAx>
      <c:valAx>
        <c:axId val="4822645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Revenue/Profit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[&gt;=1000]\₹#,##0,&quot;K&quot;;\₹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544651783"/>
        <c:crosses val="autoZero"/>
        <c:crossBetween val="between"/>
      </c:valAx>
      <c:valAx>
        <c:axId val="105474611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Avg. Profit Margin(%)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054794247"/>
        <c:crosses val="max"/>
        <c:crossBetween val="between"/>
      </c:valAx>
      <c:catAx>
        <c:axId val="10547942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547461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4174987903048425E-2"/>
          <c:y val="0.11805555555555555"/>
          <c:w val="0.89367856924861133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Product-Level Discount vs. Profitability</a:t>
            </a:r>
          </a:p>
        </c:rich>
      </c:tx>
      <c:layout>
        <c:manualLayout>
          <c:xMode val="edge"/>
          <c:yMode val="edge"/>
          <c:x val="1.4313156423098735E-2"/>
          <c:y val="1.19760479041916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1"/>
          <c:order val="0"/>
          <c:tx>
            <c:strRef>
              <c:f>TB!B19</c:f>
              <c:strCache>
                <c:ptCount val="1"/>
                <c:pt idx="0">
                  <c:v>Beverages</c:v>
                </c:pt>
              </c:strCache>
            </c:strRef>
          </c:tx>
          <c:spPr>
            <a:solidFill>
              <a:srgbClr val="4472C4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Chocolate Shake, Discount Impact: ₹10.44K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252-428B-A7FF-1CA3F66657A0}"/>
                </c:ext>
              </c:extLst>
            </c:dLbl>
            <c:dLbl>
              <c:idx val="1"/>
              <c:layout>
                <c:manualLayout>
                  <c:x val="-0.23483670295489897"/>
                  <c:y val="-3.293413173652694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Cold Coffee, Discount Impact: ₹7.57K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252-428B-A7FF-1CA3F66657A0}"/>
                </c:ext>
              </c:extLst>
            </c:dLbl>
            <c:dLbl>
              <c:idx val="2"/>
              <c:layout>
                <c:manualLayout>
                  <c:x val="3.1104199066874028E-3"/>
                  <c:y val="-3.592814371257484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Iced Tea, Discount Impact: ₹7.24K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252-428B-A7FF-1CA3F66657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262626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TB!C19:C21</c:f>
              <c:numCache>
                <c:formatCode>0.00%</c:formatCode>
                <c:ptCount val="3"/>
                <c:pt idx="0">
                  <c:v>0.1123</c:v>
                </c:pt>
                <c:pt idx="1">
                  <c:v>0.1109</c:v>
                </c:pt>
                <c:pt idx="2">
                  <c:v>0.11219999999999999</c:v>
                </c:pt>
              </c:numCache>
            </c:numRef>
          </c:xVal>
          <c:yVal>
            <c:numRef>
              <c:f>TB!D19:D21</c:f>
              <c:numCache>
                <c:formatCode>0.00%</c:formatCode>
                <c:ptCount val="3"/>
                <c:pt idx="0">
                  <c:v>0.39589999999999997</c:v>
                </c:pt>
                <c:pt idx="1">
                  <c:v>0.43269999999999997</c:v>
                </c:pt>
                <c:pt idx="2">
                  <c:v>0.43290000000000001</c:v>
                </c:pt>
              </c:numCache>
            </c:numRef>
          </c:yVal>
          <c:bubbleSize>
            <c:numRef>
              <c:f>TB!E19:E21</c:f>
              <c:numCache>
                <c:formatCode>[&gt;=1000]\₹#,##0.00,"K";\₹0.00</c:formatCode>
                <c:ptCount val="3"/>
                <c:pt idx="0">
                  <c:v>10442.530000000001</c:v>
                </c:pt>
                <c:pt idx="1">
                  <c:v>7570.72</c:v>
                </c:pt>
                <c:pt idx="2">
                  <c:v>7236.66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3-E252-428B-A7FF-1CA3F66657A0}"/>
            </c:ext>
          </c:extLst>
        </c:ser>
        <c:ser>
          <c:idx val="2"/>
          <c:order val="1"/>
          <c:tx>
            <c:strRef>
              <c:f>TB!B22</c:f>
              <c:strCache>
                <c:ptCount val="1"/>
                <c:pt idx="0">
                  <c:v>Meals</c:v>
                </c:pt>
              </c:strCache>
            </c:strRef>
          </c:tx>
          <c:spPr>
            <a:solidFill>
              <a:srgbClr val="10B981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4990427907242543"/>
                  <c:y val="-0.11377245508982035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Burger, Discount Impact: ₹9.93K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252-428B-A7FF-1CA3F66657A0}"/>
                </c:ext>
              </c:extLst>
            </c:dLbl>
            <c:dLbl>
              <c:idx val="1"/>
              <c:layout>
                <c:manualLayout>
                  <c:x val="1.7439414163431748E-2"/>
                  <c:y val="-2.9940119760479115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Panner Roll, Discount Impact: ₹12.88K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252-428B-A7FF-1CA3F66657A0}"/>
                </c:ext>
              </c:extLst>
            </c:dLbl>
            <c:dLbl>
              <c:idx val="2"/>
              <c:layout>
                <c:manualLayout>
                  <c:x val="-0.18698425196850393"/>
                  <c:y val="0.12592133564531871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Panner Wrap, Discount Impact: ₹12.93K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252-428B-A7FF-1CA3F66657A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Veg Pizza, Discount Impact: ₹18.67K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252-428B-A7FF-1CA3F66657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262626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TB!C22:C25</c:f>
              <c:numCache>
                <c:formatCode>0.00%</c:formatCode>
                <c:ptCount val="4"/>
                <c:pt idx="0">
                  <c:v>0.10829999999999999</c:v>
                </c:pt>
                <c:pt idx="1">
                  <c:v>0.10979999999999999</c:v>
                </c:pt>
                <c:pt idx="2">
                  <c:v>0.10879999999999999</c:v>
                </c:pt>
                <c:pt idx="3">
                  <c:v>0.1181</c:v>
                </c:pt>
              </c:numCache>
            </c:numRef>
          </c:xVal>
          <c:yVal>
            <c:numRef>
              <c:f>TB!D22:D25</c:f>
              <c:numCache>
                <c:formatCode>0.00%</c:formatCode>
                <c:ptCount val="4"/>
                <c:pt idx="0">
                  <c:v>0.32150000000000001</c:v>
                </c:pt>
                <c:pt idx="1">
                  <c:v>0.33350000000000002</c:v>
                </c:pt>
                <c:pt idx="2">
                  <c:v>0.30969999999999998</c:v>
                </c:pt>
                <c:pt idx="3">
                  <c:v>0.26889999999999997</c:v>
                </c:pt>
              </c:numCache>
            </c:numRef>
          </c:yVal>
          <c:bubbleSize>
            <c:numRef>
              <c:f>TB!E22:E25</c:f>
              <c:numCache>
                <c:formatCode>[&gt;=1000]\₹#,##0.00,"K";\₹0.00</c:formatCode>
                <c:ptCount val="4"/>
                <c:pt idx="0">
                  <c:v>9925.89</c:v>
                </c:pt>
                <c:pt idx="1">
                  <c:v>12884.79</c:v>
                </c:pt>
                <c:pt idx="2">
                  <c:v>12925.73</c:v>
                </c:pt>
                <c:pt idx="3">
                  <c:v>18674.099999999999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8-E252-428B-A7FF-1CA3F66657A0}"/>
            </c:ext>
          </c:extLst>
        </c:ser>
        <c:ser>
          <c:idx val="3"/>
          <c:order val="2"/>
          <c:tx>
            <c:strRef>
              <c:f>TB!B26</c:f>
              <c:strCache>
                <c:ptCount val="1"/>
                <c:pt idx="0">
                  <c:v>Snacks</c:v>
                </c:pt>
              </c:strCache>
            </c:strRef>
          </c:tx>
          <c:spPr>
            <a:solidFill>
              <a:srgbClr val="F39C12"/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0283309454125389"/>
                  <c:y val="9.88023952095808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French Fries, Discount Impact: ₹7.12K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252-428B-A7FF-1CA3F66657A0}"/>
                </c:ext>
              </c:extLst>
            </c:dLbl>
            <c:dLbl>
              <c:idx val="1"/>
              <c:layout>
                <c:manualLayout>
                  <c:x val="-0.12089714566929134"/>
                  <c:y val="8.6642599277978252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Garlic Beard, Discount Impact: ₹8.58K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252-428B-A7FF-1CA3F66657A0}"/>
                </c:ext>
              </c:extLst>
            </c:dLbl>
            <c:dLbl>
              <c:idx val="2"/>
              <c:layout>
                <c:manualLayout>
                  <c:x val="-0.18449885170603683"/>
                  <c:y val="-3.610108303249101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Nachos, Discount Impact: ₹6.84K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E252-428B-A7FF-1CA3F66657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262626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dLblPos val="l"/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TB!C26:C28</c:f>
              <c:numCache>
                <c:formatCode>0.00%</c:formatCode>
                <c:ptCount val="3"/>
                <c:pt idx="0">
                  <c:v>9.2899999999999996E-2</c:v>
                </c:pt>
                <c:pt idx="1">
                  <c:v>0.10340000000000001</c:v>
                </c:pt>
                <c:pt idx="2">
                  <c:v>0.1062</c:v>
                </c:pt>
              </c:numCache>
            </c:numRef>
          </c:xVal>
          <c:yVal>
            <c:numRef>
              <c:f>TB!D26:D28</c:f>
              <c:numCache>
                <c:formatCode>0.00%</c:formatCode>
                <c:ptCount val="3"/>
                <c:pt idx="0">
                  <c:v>0.44479999999999997</c:v>
                </c:pt>
                <c:pt idx="1">
                  <c:v>0.3367</c:v>
                </c:pt>
                <c:pt idx="2">
                  <c:v>0.39300000000000002</c:v>
                </c:pt>
              </c:numCache>
            </c:numRef>
          </c:yVal>
          <c:bubbleSize>
            <c:numRef>
              <c:f>TB!E26:E28</c:f>
              <c:numCache>
                <c:formatCode>[&gt;=1000]\₹#,##0.00,"K";\₹0.00</c:formatCode>
                <c:ptCount val="3"/>
                <c:pt idx="0">
                  <c:v>7123.92</c:v>
                </c:pt>
                <c:pt idx="1">
                  <c:v>8576.15</c:v>
                </c:pt>
                <c:pt idx="2">
                  <c:v>6838.05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C-E252-428B-A7FF-1CA3F66657A0}"/>
            </c:ext>
          </c:extLst>
        </c:ser>
        <c:ser>
          <c:idx val="0"/>
          <c:order val="3"/>
          <c:tx>
            <c:v/>
          </c:tx>
          <c:spPr>
            <a:solidFill>
              <a:schemeClr val="accent1">
                <a:alpha val="75000"/>
              </a:schemeClr>
            </a:solidFill>
            <a:ln w="25400"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6406250000000003"/>
                  <c:y val="-5.7761732851985645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Price Sensitivity Threeshold: 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E252-428B-A7FF-1CA3F66657A0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252-428B-A7FF-1CA3F66657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C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Dir val="y"/>
            <c:errBarType val="both"/>
            <c:errValType val="fixedVal"/>
            <c:noEndCap val="1"/>
            <c:val val="10"/>
            <c:spPr>
              <a:noFill/>
              <a:ln w="9525" cap="flat" cmpd="sng" algn="ctr">
                <a:solidFill>
                  <a:srgbClr val="FF000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c:spPr>
          </c:errBars>
          <c:xVal>
            <c:numRef>
              <c:f>TB!G19:G20</c:f>
              <c:numCache>
                <c:formatCode>0.00%</c:formatCode>
                <c:ptCount val="2"/>
                <c:pt idx="0">
                  <c:v>0.1</c:v>
                </c:pt>
                <c:pt idx="1">
                  <c:v>0.1</c:v>
                </c:pt>
              </c:numCache>
            </c:numRef>
          </c:xVal>
          <c:yVal>
            <c:numRef>
              <c:f>TB!H19:H20</c:f>
              <c:numCache>
                <c:formatCode>0.00%</c:formatCode>
                <c:ptCount val="2"/>
                <c:pt idx="0">
                  <c:v>0.25</c:v>
                </c:pt>
                <c:pt idx="1">
                  <c:v>0.45</c:v>
                </c:pt>
              </c:numCache>
            </c:numRef>
          </c:yVal>
          <c:bubbleSize>
            <c:numRef>
              <c:f>TB!I19:I20</c:f>
              <c:numCache>
                <c:formatCode>[&gt;=1000]\₹#,##0.00,"K";\₹0.00</c:formatCode>
                <c:ptCount val="2"/>
                <c:pt idx="0">
                  <c:v>500</c:v>
                </c:pt>
                <c:pt idx="1">
                  <c:v>500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F-E252-428B-A7FF-1CA3F66657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75"/>
        <c:showNegBubbles val="0"/>
        <c:sizeRepresents val="w"/>
        <c:axId val="73479688"/>
        <c:axId val="73481736"/>
      </c:bubbleChart>
      <c:valAx>
        <c:axId val="73479688"/>
        <c:scaling>
          <c:orientation val="minMax"/>
          <c:max val="0.12"/>
          <c:min val="0.09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Average Discount(%)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.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73481736"/>
        <c:crosses val="autoZero"/>
        <c:crossBetween val="midCat"/>
        <c:majorUnit val="5.0000000000000001E-3"/>
      </c:valAx>
      <c:valAx>
        <c:axId val="73481736"/>
        <c:scaling>
          <c:orientation val="minMax"/>
          <c:max val="0.45"/>
          <c:min val="0.25"/>
        </c:scaling>
        <c:delete val="0"/>
        <c:axPos val="l"/>
        <c:majorGridlines>
          <c:spPr>
            <a:ln w="6350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Average Profit Margin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73479688"/>
        <c:crosses val="autoZero"/>
        <c:crossBetween val="midCat"/>
        <c:majorUnit val="0.05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910224791107954"/>
          <c:y val="1.7964071856287425E-2"/>
          <c:w val="0.30897752624671915"/>
          <c:h val="7.8125546806649182E-2"/>
        </c:manualLayout>
      </c:layout>
      <c:overlay val="1"/>
      <c:spPr>
        <a:noFill/>
        <a:ln w="2540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Category-Level Discount Impact &amp; Profitability</a:t>
            </a:r>
          </a:p>
        </c:rich>
      </c:tx>
      <c:layout>
        <c:manualLayout>
          <c:xMode val="edge"/>
          <c:yMode val="edge"/>
          <c:x val="2.5395680288567302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TB!$C$30</c:f>
              <c:strCache>
                <c:ptCount val="1"/>
                <c:pt idx="0">
                  <c:v>Total Discount Impact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E2EFDA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TB!$A$31:$A$33</c:f>
              <c:strCache>
                <c:ptCount val="3"/>
                <c:pt idx="0">
                  <c:v>Meals</c:v>
                </c:pt>
                <c:pt idx="1">
                  <c:v>Beverages</c:v>
                </c:pt>
                <c:pt idx="2">
                  <c:v>Snacks</c:v>
                </c:pt>
              </c:strCache>
            </c:strRef>
          </c:cat>
          <c:val>
            <c:numRef>
              <c:f>TB!$C$31:$C$33</c:f>
              <c:numCache>
                <c:formatCode>[&gt;=1000]\₹#,##0.00,"K";\₹0.00</c:formatCode>
                <c:ptCount val="3"/>
                <c:pt idx="0">
                  <c:v>54410.51</c:v>
                </c:pt>
                <c:pt idx="1">
                  <c:v>25249.91</c:v>
                </c:pt>
                <c:pt idx="2">
                  <c:v>22538.12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03-4477-80BB-704C2A63B41F}"/>
            </c:ext>
          </c:extLst>
        </c:ser>
        <c:ser>
          <c:idx val="0"/>
          <c:order val="1"/>
          <c:tx>
            <c:strRef>
              <c:f>TB!$B$30</c:f>
              <c:strCache>
                <c:ptCount val="1"/>
                <c:pt idx="0">
                  <c:v>Top Profit Value</c:v>
                </c:pt>
              </c:strCache>
            </c:strRef>
          </c:tx>
          <c:spPr>
            <a:solidFill>
              <a:srgbClr val="3498DB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D9E1F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TB!$A$31:$A$33</c:f>
              <c:strCache>
                <c:ptCount val="3"/>
                <c:pt idx="0">
                  <c:v>Meals</c:v>
                </c:pt>
                <c:pt idx="1">
                  <c:v>Beverages</c:v>
                </c:pt>
                <c:pt idx="2">
                  <c:v>Snacks</c:v>
                </c:pt>
              </c:strCache>
            </c:strRef>
          </c:cat>
          <c:val>
            <c:numRef>
              <c:f>TB!$B$31:$B$33</c:f>
              <c:numCache>
                <c:formatCode>[&gt;=1000]\₹#,##0.00,"K";\₹0.00</c:formatCode>
                <c:ptCount val="3"/>
                <c:pt idx="0">
                  <c:v>40095.9</c:v>
                </c:pt>
                <c:pt idx="1">
                  <c:v>32757.47</c:v>
                </c:pt>
                <c:pt idx="2">
                  <c:v>27976.080000000002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03-4477-80BB-704C2A63B4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0"/>
        <c:axId val="544651783"/>
        <c:axId val="482264583"/>
      </c:barChart>
      <c:lineChart>
        <c:grouping val="standard"/>
        <c:varyColors val="0"/>
        <c:ser>
          <c:idx val="2"/>
          <c:order val="2"/>
          <c:tx>
            <c:strRef>
              <c:f>TB!$D$30</c:f>
              <c:strCache>
                <c:ptCount val="1"/>
                <c:pt idx="0">
                  <c:v>Average Discount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solidFill>
                <a:srgbClr val="FFF2CC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TB!$A$31:$A$33</c:f>
              <c:strCache>
                <c:ptCount val="3"/>
                <c:pt idx="0">
                  <c:v>Meals</c:v>
                </c:pt>
                <c:pt idx="1">
                  <c:v>Beverages</c:v>
                </c:pt>
                <c:pt idx="2">
                  <c:v>Snacks</c:v>
                </c:pt>
              </c:strCache>
            </c:strRef>
          </c:cat>
          <c:val>
            <c:numRef>
              <c:f>TB!$D$31:$D$33</c:f>
              <c:numCache>
                <c:formatCode>0.00%</c:formatCode>
                <c:ptCount val="3"/>
                <c:pt idx="0">
                  <c:v>0.1113</c:v>
                </c:pt>
                <c:pt idx="1">
                  <c:v>0.1118</c:v>
                </c:pt>
                <c:pt idx="2">
                  <c:v>0.10100000000000001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03-4477-80BB-704C2A63B4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55336"/>
        <c:axId val="2094752264"/>
      </c:lineChart>
      <c:catAx>
        <c:axId val="544651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482264583"/>
        <c:crosses val="autoZero"/>
        <c:auto val="1"/>
        <c:lblAlgn val="ctr"/>
        <c:lblOffset val="100"/>
        <c:noMultiLvlLbl val="0"/>
      </c:catAx>
      <c:valAx>
        <c:axId val="4822645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Revenue/Profit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[&gt;=1000]\₹#,##0,&quot;K&quot;;\₹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544651783"/>
        <c:crosses val="autoZero"/>
        <c:crossBetween val="between"/>
      </c:valAx>
      <c:valAx>
        <c:axId val="2094752264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Average Discount 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2094755336"/>
        <c:crosses val="max"/>
        <c:crossBetween val="between"/>
      </c:valAx>
      <c:catAx>
        <c:axId val="2094755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47522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4174987903048425E-2"/>
          <c:y val="0.11805555555555555"/>
          <c:w val="0.86999595406305452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Profit and Units Sold by Products</a:t>
            </a:r>
          </a:p>
        </c:rich>
      </c:tx>
      <c:layout>
        <c:manualLayout>
          <c:xMode val="edge"/>
          <c:yMode val="edge"/>
          <c:x val="2.5395680288567302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TB!$B$35</c:f>
              <c:strCache>
                <c:ptCount val="1"/>
                <c:pt idx="0">
                  <c:v>Total Profit</c:v>
                </c:pt>
              </c:strCache>
            </c:strRef>
          </c:tx>
          <c:spPr>
            <a:solidFill>
              <a:srgbClr val="2ECC71"/>
            </a:solidFill>
            <a:ln>
              <a:noFill/>
            </a:ln>
            <a:effectLst/>
          </c:spPr>
          <c:invertIfNegative val="0"/>
          <c:dLbls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TB!$A$36:$A$45</c:f>
              <c:strCache>
                <c:ptCount val="10"/>
                <c:pt idx="0">
                  <c:v>Garlic Bread</c:v>
                </c:pt>
                <c:pt idx="1">
                  <c:v>Paneer Roll</c:v>
                </c:pt>
                <c:pt idx="2">
                  <c:v>Veg Pizza</c:v>
                </c:pt>
                <c:pt idx="3">
                  <c:v>Iced Tea</c:v>
                </c:pt>
                <c:pt idx="4">
                  <c:v>Paneer Wrap</c:v>
                </c:pt>
                <c:pt idx="5">
                  <c:v>Burger</c:v>
                </c:pt>
                <c:pt idx="6">
                  <c:v>French Fries</c:v>
                </c:pt>
                <c:pt idx="7">
                  <c:v>Chocolate Shake</c:v>
                </c:pt>
                <c:pt idx="8">
                  <c:v>Nachos</c:v>
                </c:pt>
                <c:pt idx="9">
                  <c:v>Cold Coffee</c:v>
                </c:pt>
              </c:strCache>
            </c:strRef>
          </c:cat>
          <c:val>
            <c:numRef>
              <c:f>TB!$B$36:$B$45</c:f>
              <c:numCache>
                <c:formatCode>[&gt;=1000]\₹#,##0.00,"K";\₹0.00</c:formatCode>
                <c:ptCount val="10"/>
                <c:pt idx="0">
                  <c:v>25128.85</c:v>
                </c:pt>
                <c:pt idx="1">
                  <c:v>35695.21</c:v>
                </c:pt>
                <c:pt idx="2">
                  <c:v>40095.9</c:v>
                </c:pt>
                <c:pt idx="3">
                  <c:v>25063.34</c:v>
                </c:pt>
                <c:pt idx="4">
                  <c:v>31874.27</c:v>
                </c:pt>
                <c:pt idx="5">
                  <c:v>27154.11</c:v>
                </c:pt>
                <c:pt idx="6">
                  <c:v>27976.080000000002</c:v>
                </c:pt>
                <c:pt idx="7">
                  <c:v>32757.47</c:v>
                </c:pt>
                <c:pt idx="8">
                  <c:v>25861.95</c:v>
                </c:pt>
                <c:pt idx="9">
                  <c:v>27499.279999999999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01-4AF6-9B96-FF50D67E6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axId val="544651783"/>
        <c:axId val="482264583"/>
      </c:barChart>
      <c:lineChart>
        <c:grouping val="standard"/>
        <c:varyColors val="0"/>
        <c:ser>
          <c:idx val="1"/>
          <c:order val="1"/>
          <c:tx>
            <c:strRef>
              <c:f>TB!$C$35</c:f>
              <c:strCache>
                <c:ptCount val="1"/>
                <c:pt idx="0">
                  <c:v>Total Units Sold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1.9197207678883072E-2"/>
                  <c:y val="-4.5138888888888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01-4AF6-9B96-FF50D67E6009}"/>
                </c:ext>
              </c:extLst>
            </c:dLbl>
            <c:dLbl>
              <c:idx val="1"/>
              <c:layout>
                <c:manualLayout>
                  <c:x val="-2.2687609075043674E-2"/>
                  <c:y val="-5.20833333333333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601-4AF6-9B96-FF50D67E6009}"/>
                </c:ext>
              </c:extLst>
            </c:dLbl>
            <c:dLbl>
              <c:idx val="2"/>
              <c:layout>
                <c:manualLayout>
                  <c:x val="-1.2216404886561954E-2"/>
                  <c:y val="-7.98611111111111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01-4AF6-9B96-FF50D67E6009}"/>
                </c:ext>
              </c:extLst>
            </c:dLbl>
            <c:dLbl>
              <c:idx val="3"/>
              <c:layout>
                <c:manualLayout>
                  <c:x val="-1.9197207678883072E-2"/>
                  <c:y val="-5.20833333333333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01-4AF6-9B96-FF50D67E6009}"/>
                </c:ext>
              </c:extLst>
            </c:dLbl>
            <c:dLbl>
              <c:idx val="4"/>
              <c:layout>
                <c:manualLayout>
                  <c:x val="-2.6178010471204275E-2"/>
                  <c:y val="-4.8611111111111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01-4AF6-9B96-FF50D67E6009}"/>
                </c:ext>
              </c:extLst>
            </c:dLbl>
            <c:dLbl>
              <c:idx val="5"/>
              <c:layout>
                <c:manualLayout>
                  <c:x val="-3.8394415357766144E-2"/>
                  <c:y val="-4.16666666666667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601-4AF6-9B96-FF50D67E6009}"/>
                </c:ext>
              </c:extLst>
            </c:dLbl>
            <c:dLbl>
              <c:idx val="6"/>
              <c:layout>
                <c:manualLayout>
                  <c:x val="-3.6649214659685951E-2"/>
                  <c:y val="-5.902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01-4AF6-9B96-FF50D67E6009}"/>
                </c:ext>
              </c:extLst>
            </c:dLbl>
            <c:dLbl>
              <c:idx val="7"/>
              <c:layout>
                <c:manualLayout>
                  <c:x val="-3.4904013961605501E-2"/>
                  <c:y val="-4.86111111111111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601-4AF6-9B96-FF50D67E6009}"/>
                </c:ext>
              </c:extLst>
            </c:dLbl>
            <c:dLbl>
              <c:idx val="8"/>
              <c:layout>
                <c:manualLayout>
                  <c:x val="-3.6649214659685861E-2"/>
                  <c:y val="-4.16666666666666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01-4AF6-9B96-FF50D67E6009}"/>
                </c:ext>
              </c:extLst>
            </c:dLbl>
            <c:dLbl>
              <c:idx val="9"/>
              <c:layout>
                <c:manualLayout>
                  <c:x val="-2.7923211169284468E-2"/>
                  <c:y val="-4.5138888888888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601-4AF6-9B96-FF50D67E600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TB!$A$36:$A$45</c:f>
              <c:strCache>
                <c:ptCount val="10"/>
                <c:pt idx="0">
                  <c:v>Garlic Bread</c:v>
                </c:pt>
                <c:pt idx="1">
                  <c:v>Paneer Roll</c:v>
                </c:pt>
                <c:pt idx="2">
                  <c:v>Veg Pizza</c:v>
                </c:pt>
                <c:pt idx="3">
                  <c:v>Iced Tea</c:v>
                </c:pt>
                <c:pt idx="4">
                  <c:v>Paneer Wrap</c:v>
                </c:pt>
                <c:pt idx="5">
                  <c:v>Burger</c:v>
                </c:pt>
                <c:pt idx="6">
                  <c:v>French Fries</c:v>
                </c:pt>
                <c:pt idx="7">
                  <c:v>Chocolate Shake</c:v>
                </c:pt>
                <c:pt idx="8">
                  <c:v>Nachos</c:v>
                </c:pt>
                <c:pt idx="9">
                  <c:v>Cold Coffee</c:v>
                </c:pt>
              </c:strCache>
            </c:strRef>
          </c:cat>
          <c:val>
            <c:numRef>
              <c:f>TB!$C$36:$C$45</c:f>
              <c:numCache>
                <c:formatCode>General</c:formatCode>
                <c:ptCount val="10"/>
                <c:pt idx="0">
                  <c:v>749</c:v>
                </c:pt>
                <c:pt idx="1">
                  <c:v>694</c:v>
                </c:pt>
                <c:pt idx="2">
                  <c:v>653</c:v>
                </c:pt>
                <c:pt idx="3">
                  <c:v>646</c:v>
                </c:pt>
                <c:pt idx="4">
                  <c:v>640</c:v>
                </c:pt>
                <c:pt idx="5">
                  <c:v>618</c:v>
                </c:pt>
                <c:pt idx="6">
                  <c:v>585</c:v>
                </c:pt>
                <c:pt idx="7">
                  <c:v>576</c:v>
                </c:pt>
                <c:pt idx="8">
                  <c:v>545</c:v>
                </c:pt>
                <c:pt idx="9">
                  <c:v>501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9601-4AF6-9B96-FF50D67E6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6953607"/>
        <c:axId val="1354092039"/>
      </c:lineChart>
      <c:catAx>
        <c:axId val="544651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482264583"/>
        <c:crosses val="autoZero"/>
        <c:auto val="1"/>
        <c:lblAlgn val="ctr"/>
        <c:lblOffset val="100"/>
        <c:noMultiLvlLbl val="0"/>
      </c:catAx>
      <c:valAx>
        <c:axId val="4822645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Profit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[&gt;=1000]\₹#,##0,&quot;K&quot;;\₹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544651783"/>
        <c:crosses val="autoZero"/>
        <c:crossBetween val="between"/>
      </c:valAx>
      <c:valAx>
        <c:axId val="135409203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Units Sold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6953607"/>
        <c:crosses val="max"/>
        <c:crossBetween val="between"/>
      </c:valAx>
      <c:catAx>
        <c:axId val="139695360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540920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3.4174987903048425E-2"/>
          <c:y val="0.11805555555555555"/>
          <c:w val="0.33580677594640701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rgbClr val="000000"/>
                </a:solidFill>
                <a:latin typeface="Aptos Narrow"/>
                <a:ea typeface="Aptos Narrow"/>
                <a:cs typeface="Aptos Narrow"/>
              </a:defRPr>
            </a:pPr>
            <a:r>
              <a:rPr lang="en-US"/>
              <a:t>Monthly Revenue &amp; Profit Trend</a:t>
            </a:r>
          </a:p>
        </c:rich>
      </c:tx>
      <c:layout>
        <c:manualLayout>
          <c:xMode val="edge"/>
          <c:yMode val="edge"/>
          <c:x val="0"/>
          <c:y val="2.08333333333333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rgbClr val="000000"/>
              </a:solidFill>
              <a:latin typeface="Aptos Narrow"/>
              <a:ea typeface="Aptos Narrow"/>
              <a:cs typeface="Aptos Narrow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0"/>
          <c:tx>
            <c:strRef>
              <c:f>TB!B59</c:f>
              <c:strCache>
                <c:ptCount val="1"/>
                <c:pt idx="0">
                  <c:v>Total Revenue</c:v>
                </c:pt>
              </c:strCache>
            </c:strRef>
          </c:tx>
          <c:spPr>
            <a:ln w="28575" cap="rnd">
              <a:solidFill>
                <a:srgbClr val="00B05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3.5031847133757961E-2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FA-42C5-925A-222D28399FA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FA-42C5-925A-222D28399FA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BFA-42C5-925A-222D28399FA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FA-42C5-925A-222D28399FA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BFA-42C5-925A-222D28399FA5}"/>
                </c:ext>
              </c:extLst>
            </c:dLbl>
            <c:dLbl>
              <c:idx val="9"/>
              <c:layout>
                <c:manualLayout>
                  <c:x val="-1.0615711252653979E-2"/>
                  <c:y val="-0.111111111111111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FA-42C5-925A-222D28399FA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BFA-42C5-925A-222D28399FA5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BFA-42C5-925A-222D28399FA5}"/>
                </c:ext>
              </c:extLst>
            </c:dLbl>
            <c:dLbl>
              <c:idx val="13"/>
              <c:layout>
                <c:manualLayout>
                  <c:x val="5.3078556263269636E-3"/>
                  <c:y val="-3.1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BFA-42C5-925A-222D28399FA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BFA-42C5-925A-222D28399FA5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BFA-42C5-925A-222D28399FA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BFA-42C5-925A-222D28399FA5}"/>
                </c:ext>
              </c:extLst>
            </c:dLbl>
            <c:dLbl>
              <c:idx val="19"/>
              <c:layout>
                <c:manualLayout>
                  <c:x val="-2.1231422505307855E-3"/>
                  <c:y val="-0.1458333333333333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BFA-42C5-925A-222D28399FA5}"/>
                </c:ext>
              </c:extLst>
            </c:dLbl>
            <c:dLbl>
              <c:idx val="20"/>
              <c:layout>
                <c:manualLayout>
                  <c:x val="1.5923566878980892E-2"/>
                  <c:y val="-9.02777777777778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BFA-42C5-925A-222D28399FA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BBFA-42C5-925A-222D28399FA5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BFA-42C5-925A-222D28399FA5}"/>
                </c:ext>
              </c:extLst>
            </c:dLbl>
            <c:dLbl>
              <c:idx val="23"/>
              <c:layout>
                <c:manualLayout>
                  <c:x val="-4.140127388535042E-2"/>
                  <c:y val="-0.1041666666666666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BBFA-42C5-925A-222D28399F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TB!$A$60:$A$83</c:f>
              <c:numCache>
                <c:formatCode>[$-409]mmm\-yy;@</c:formatCode>
                <c:ptCount val="24"/>
                <c:pt idx="0">
                  <c:v>45352</c:v>
                </c:pt>
                <c:pt idx="1">
                  <c:v>45383</c:v>
                </c:pt>
                <c:pt idx="2">
                  <c:v>45413</c:v>
                </c:pt>
                <c:pt idx="3">
                  <c:v>45444</c:v>
                </c:pt>
                <c:pt idx="4">
                  <c:v>45474</c:v>
                </c:pt>
                <c:pt idx="5">
                  <c:v>45505</c:v>
                </c:pt>
                <c:pt idx="6">
                  <c:v>45536</c:v>
                </c:pt>
                <c:pt idx="7">
                  <c:v>45566</c:v>
                </c:pt>
                <c:pt idx="8">
                  <c:v>45597</c:v>
                </c:pt>
                <c:pt idx="9">
                  <c:v>45627</c:v>
                </c:pt>
                <c:pt idx="10">
                  <c:v>45658</c:v>
                </c:pt>
                <c:pt idx="11">
                  <c:v>45689</c:v>
                </c:pt>
                <c:pt idx="12">
                  <c:v>45717</c:v>
                </c:pt>
                <c:pt idx="13">
                  <c:v>45748</c:v>
                </c:pt>
                <c:pt idx="14">
                  <c:v>45778</c:v>
                </c:pt>
                <c:pt idx="15">
                  <c:v>45809</c:v>
                </c:pt>
                <c:pt idx="16">
                  <c:v>45839</c:v>
                </c:pt>
                <c:pt idx="17">
                  <c:v>45870</c:v>
                </c:pt>
                <c:pt idx="18">
                  <c:v>45901</c:v>
                </c:pt>
                <c:pt idx="19">
                  <c:v>45931</c:v>
                </c:pt>
                <c:pt idx="20">
                  <c:v>45962</c:v>
                </c:pt>
                <c:pt idx="21">
                  <c:v>45992</c:v>
                </c:pt>
                <c:pt idx="22">
                  <c:v>46023</c:v>
                </c:pt>
                <c:pt idx="23">
                  <c:v>46054</c:v>
                </c:pt>
              </c:numCache>
            </c:numRef>
          </c:cat>
          <c:val>
            <c:numRef>
              <c:f>TB!B60:B83</c:f>
              <c:numCache>
                <c:formatCode>[&gt;=1000]\₹#,##0.00,"K";\₹0.00</c:formatCode>
                <c:ptCount val="24"/>
                <c:pt idx="0">
                  <c:v>32606.98</c:v>
                </c:pt>
                <c:pt idx="1">
                  <c:v>31420.89</c:v>
                </c:pt>
                <c:pt idx="2">
                  <c:v>36842.29</c:v>
                </c:pt>
                <c:pt idx="3">
                  <c:v>29073.439999999999</c:v>
                </c:pt>
                <c:pt idx="4">
                  <c:v>32885.97</c:v>
                </c:pt>
                <c:pt idx="5">
                  <c:v>41685.050000000003</c:v>
                </c:pt>
                <c:pt idx="6">
                  <c:v>39015.29</c:v>
                </c:pt>
                <c:pt idx="7">
                  <c:v>35000.519999999997</c:v>
                </c:pt>
                <c:pt idx="8">
                  <c:v>31388.880000000001</c:v>
                </c:pt>
                <c:pt idx="9">
                  <c:v>32579.14</c:v>
                </c:pt>
                <c:pt idx="10">
                  <c:v>34460.93</c:v>
                </c:pt>
                <c:pt idx="11">
                  <c:v>37295.919999999998</c:v>
                </c:pt>
                <c:pt idx="12">
                  <c:v>35319.71</c:v>
                </c:pt>
                <c:pt idx="13">
                  <c:v>38752.71</c:v>
                </c:pt>
                <c:pt idx="14">
                  <c:v>36490.160000000003</c:v>
                </c:pt>
                <c:pt idx="15">
                  <c:v>35330.129999999997</c:v>
                </c:pt>
                <c:pt idx="16">
                  <c:v>37259.94</c:v>
                </c:pt>
                <c:pt idx="17">
                  <c:v>30789.88</c:v>
                </c:pt>
                <c:pt idx="18">
                  <c:v>24408.21</c:v>
                </c:pt>
                <c:pt idx="19">
                  <c:v>35972.949999999997</c:v>
                </c:pt>
                <c:pt idx="20">
                  <c:v>39304.71</c:v>
                </c:pt>
                <c:pt idx="21">
                  <c:v>35925.800000000003</c:v>
                </c:pt>
                <c:pt idx="22">
                  <c:v>33486.910000000003</c:v>
                </c:pt>
                <c:pt idx="23">
                  <c:v>39975.06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BBFA-42C5-925A-222D28399FA5}"/>
            </c:ext>
          </c:extLst>
        </c:ser>
        <c:ser>
          <c:idx val="3"/>
          <c:order val="1"/>
          <c:tx>
            <c:strRef>
              <c:f>TB!C59</c:f>
              <c:strCache>
                <c:ptCount val="1"/>
                <c:pt idx="0">
                  <c:v>Total Profit</c:v>
                </c:pt>
              </c:strCache>
            </c:strRef>
          </c:tx>
          <c:spPr>
            <a:ln w="28575" cap="rnd">
              <a:solidFill>
                <a:srgbClr val="0070C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2060"/>
              </a:solidFill>
              <a:ln w="9525">
                <a:solidFill>
                  <a:srgbClr val="002060"/>
                </a:solidFill>
                <a:prstDash val="solid"/>
              </a:ln>
              <a:effectLst/>
            </c:spPr>
          </c:marker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BBFA-42C5-925A-222D28399FA5}"/>
                </c:ext>
              </c:extLst>
            </c:dLbl>
            <c:dLbl>
              <c:idx val="3"/>
              <c:layout>
                <c:manualLayout>
                  <c:x val="6.369426751592357E-3"/>
                  <c:y val="4.1666666666666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BBFA-42C5-925A-222D28399FA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BBFA-42C5-925A-222D28399FA5}"/>
                </c:ext>
              </c:extLst>
            </c:dLbl>
            <c:dLbl>
              <c:idx val="6"/>
              <c:layout>
                <c:manualLayout>
                  <c:x val="-2.1231422505307855E-3"/>
                  <c:y val="7.63888888888889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BBFA-42C5-925A-222D28399FA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BBFA-42C5-925A-222D28399FA5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BBFA-42C5-925A-222D28399FA5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BBFA-42C5-925A-222D28399FA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BBFA-42C5-925A-222D28399FA5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BBFA-42C5-925A-222D28399FA5}"/>
                </c:ext>
              </c:extLst>
            </c:dLbl>
            <c:dLbl>
              <c:idx val="13"/>
              <c:layout>
                <c:manualLayout>
                  <c:x val="7.4309978768577496E-3"/>
                  <c:y val="-6.25000000000000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BBFA-42C5-925A-222D28399FA5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BBFA-42C5-925A-222D28399FA5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BBFA-42C5-925A-222D28399FA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BBFA-42C5-925A-222D28399FA5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BBFA-42C5-925A-222D28399FA5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BBFA-42C5-925A-222D28399FA5}"/>
                </c:ext>
              </c:extLst>
            </c:dLbl>
            <c:dLbl>
              <c:idx val="23"/>
              <c:layout>
                <c:manualLayout>
                  <c:x val="-2.866242038216571E-2"/>
                  <c:y val="9.3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BBFA-42C5-925A-222D28399F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TB!$A$60:$A$83</c:f>
              <c:numCache>
                <c:formatCode>[$-409]mmm\-yy;@</c:formatCode>
                <c:ptCount val="24"/>
                <c:pt idx="0">
                  <c:v>45352</c:v>
                </c:pt>
                <c:pt idx="1">
                  <c:v>45383</c:v>
                </c:pt>
                <c:pt idx="2">
                  <c:v>45413</c:v>
                </c:pt>
                <c:pt idx="3">
                  <c:v>45444</c:v>
                </c:pt>
                <c:pt idx="4">
                  <c:v>45474</c:v>
                </c:pt>
                <c:pt idx="5">
                  <c:v>45505</c:v>
                </c:pt>
                <c:pt idx="6">
                  <c:v>45536</c:v>
                </c:pt>
                <c:pt idx="7">
                  <c:v>45566</c:v>
                </c:pt>
                <c:pt idx="8">
                  <c:v>45597</c:v>
                </c:pt>
                <c:pt idx="9">
                  <c:v>45627</c:v>
                </c:pt>
                <c:pt idx="10">
                  <c:v>45658</c:v>
                </c:pt>
                <c:pt idx="11">
                  <c:v>45689</c:v>
                </c:pt>
                <c:pt idx="12">
                  <c:v>45717</c:v>
                </c:pt>
                <c:pt idx="13">
                  <c:v>45748</c:v>
                </c:pt>
                <c:pt idx="14">
                  <c:v>45778</c:v>
                </c:pt>
                <c:pt idx="15">
                  <c:v>45809</c:v>
                </c:pt>
                <c:pt idx="16">
                  <c:v>45839</c:v>
                </c:pt>
                <c:pt idx="17">
                  <c:v>45870</c:v>
                </c:pt>
                <c:pt idx="18">
                  <c:v>45901</c:v>
                </c:pt>
                <c:pt idx="19">
                  <c:v>45931</c:v>
                </c:pt>
                <c:pt idx="20">
                  <c:v>45962</c:v>
                </c:pt>
                <c:pt idx="21">
                  <c:v>45992</c:v>
                </c:pt>
                <c:pt idx="22">
                  <c:v>46023</c:v>
                </c:pt>
                <c:pt idx="23">
                  <c:v>46054</c:v>
                </c:pt>
              </c:numCache>
            </c:numRef>
          </c:cat>
          <c:val>
            <c:numRef>
              <c:f>TB!C60:C83</c:f>
              <c:numCache>
                <c:formatCode>[&gt;=1000]\₹#,##0.00,"K";\₹0.00</c:formatCode>
                <c:ptCount val="24"/>
                <c:pt idx="0">
                  <c:v>10791.98</c:v>
                </c:pt>
                <c:pt idx="1">
                  <c:v>12385.89</c:v>
                </c:pt>
                <c:pt idx="2">
                  <c:v>13382.29</c:v>
                </c:pt>
                <c:pt idx="3">
                  <c:v>10583.44</c:v>
                </c:pt>
                <c:pt idx="4">
                  <c:v>12365.97</c:v>
                </c:pt>
                <c:pt idx="5">
                  <c:v>15590.05</c:v>
                </c:pt>
                <c:pt idx="6">
                  <c:v>13520.29</c:v>
                </c:pt>
                <c:pt idx="7">
                  <c:v>12185.52</c:v>
                </c:pt>
                <c:pt idx="8">
                  <c:v>11428.87</c:v>
                </c:pt>
                <c:pt idx="9">
                  <c:v>11014.14</c:v>
                </c:pt>
                <c:pt idx="10">
                  <c:v>12010.93</c:v>
                </c:pt>
                <c:pt idx="11">
                  <c:v>13590.92</c:v>
                </c:pt>
                <c:pt idx="12">
                  <c:v>11934.71</c:v>
                </c:pt>
                <c:pt idx="13">
                  <c:v>13577.71</c:v>
                </c:pt>
                <c:pt idx="14">
                  <c:v>12985.16</c:v>
                </c:pt>
                <c:pt idx="15">
                  <c:v>12455.13</c:v>
                </c:pt>
                <c:pt idx="16">
                  <c:v>13024.94</c:v>
                </c:pt>
                <c:pt idx="17">
                  <c:v>10339.879999999999</c:v>
                </c:pt>
                <c:pt idx="18">
                  <c:v>8623.2099999999991</c:v>
                </c:pt>
                <c:pt idx="19">
                  <c:v>12767.95</c:v>
                </c:pt>
                <c:pt idx="20">
                  <c:v>15109.71</c:v>
                </c:pt>
                <c:pt idx="21">
                  <c:v>13335.8</c:v>
                </c:pt>
                <c:pt idx="22">
                  <c:v>11971.91</c:v>
                </c:pt>
                <c:pt idx="23">
                  <c:v>14130.06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2-BBFA-42C5-925A-222D28399F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13863"/>
        <c:axId val="2118715911"/>
      </c:lineChart>
      <c:lineChart>
        <c:grouping val="standard"/>
        <c:varyColors val="0"/>
        <c:ser>
          <c:idx val="0"/>
          <c:order val="2"/>
          <c:tx>
            <c:strRef>
              <c:f>TB!$D$59</c:f>
              <c:strCache>
                <c:ptCount val="1"/>
                <c:pt idx="0">
                  <c:v>Avg. Profit Margin %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FFF00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BBFA-42C5-925A-222D28399FA5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BBFA-42C5-925A-222D28399FA5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BBFA-42C5-925A-222D28399FA5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BBFA-42C5-925A-222D28399FA5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BBFA-42C5-925A-222D28399FA5}"/>
                </c:ext>
              </c:extLst>
            </c:dLbl>
            <c:dLbl>
              <c:idx val="9"/>
              <c:layout>
                <c:manualLayout>
                  <c:x val="-2.3354564755838692E-2"/>
                  <c:y val="5.55555555555554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BBFA-42C5-925A-222D28399FA5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BBFA-42C5-925A-222D28399FA5}"/>
                </c:ext>
              </c:extLst>
            </c:dLbl>
            <c:dLbl>
              <c:idx val="12"/>
              <c:layout>
                <c:manualLayout>
                  <c:x val="-1.9108280254777069E-2"/>
                  <c:y val="4.86111111111110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BBFA-42C5-925A-222D28399FA5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BBFA-42C5-925A-222D28399FA5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BBFA-42C5-925A-222D28399FA5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BBFA-42C5-925A-222D28399FA5}"/>
                </c:ext>
              </c:extLst>
            </c:dLbl>
            <c:dLbl>
              <c:idx val="18"/>
              <c:layout>
                <c:manualLayout>
                  <c:x val="-1.6985138004246284E-2"/>
                  <c:y val="-0.1909722222222222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BBFA-42C5-925A-222D28399FA5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BBFA-42C5-925A-222D28399FA5}"/>
                </c:ext>
              </c:extLst>
            </c:dLbl>
            <c:dLbl>
              <c:idx val="20"/>
              <c:layout>
                <c:manualLayout>
                  <c:x val="-1.6985138004246284E-2"/>
                  <c:y val="0.1041666666666667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0-BBFA-42C5-925A-222D28399FA5}"/>
                </c:ext>
              </c:extLst>
            </c:dLbl>
            <c:dLbl>
              <c:idx val="21"/>
              <c:layout>
                <c:manualLayout>
                  <c:x val="-2.0169851380042566E-2"/>
                  <c:y val="0.1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1-BBFA-42C5-925A-222D28399FA5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2-BBFA-42C5-925A-222D28399FA5}"/>
                </c:ext>
              </c:extLst>
            </c:dLbl>
            <c:dLbl>
              <c:idx val="23"/>
              <c:layout>
                <c:manualLayout>
                  <c:x val="-4.0339702760084924E-2"/>
                  <c:y val="6.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33-BBFA-42C5-925A-222D28399F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TB!$A$60:$A$83</c:f>
              <c:numCache>
                <c:formatCode>[$-409]mmm\-yy;@</c:formatCode>
                <c:ptCount val="24"/>
                <c:pt idx="0">
                  <c:v>45352</c:v>
                </c:pt>
                <c:pt idx="1">
                  <c:v>45383</c:v>
                </c:pt>
                <c:pt idx="2">
                  <c:v>45413</c:v>
                </c:pt>
                <c:pt idx="3">
                  <c:v>45444</c:v>
                </c:pt>
                <c:pt idx="4">
                  <c:v>45474</c:v>
                </c:pt>
                <c:pt idx="5">
                  <c:v>45505</c:v>
                </c:pt>
                <c:pt idx="6">
                  <c:v>45536</c:v>
                </c:pt>
                <c:pt idx="7">
                  <c:v>45566</c:v>
                </c:pt>
                <c:pt idx="8">
                  <c:v>45597</c:v>
                </c:pt>
                <c:pt idx="9">
                  <c:v>45627</c:v>
                </c:pt>
                <c:pt idx="10">
                  <c:v>45658</c:v>
                </c:pt>
                <c:pt idx="11">
                  <c:v>45689</c:v>
                </c:pt>
                <c:pt idx="12">
                  <c:v>45717</c:v>
                </c:pt>
                <c:pt idx="13">
                  <c:v>45748</c:v>
                </c:pt>
                <c:pt idx="14">
                  <c:v>45778</c:v>
                </c:pt>
                <c:pt idx="15">
                  <c:v>45809</c:v>
                </c:pt>
                <c:pt idx="16">
                  <c:v>45839</c:v>
                </c:pt>
                <c:pt idx="17">
                  <c:v>45870</c:v>
                </c:pt>
                <c:pt idx="18">
                  <c:v>45901</c:v>
                </c:pt>
                <c:pt idx="19">
                  <c:v>45931</c:v>
                </c:pt>
                <c:pt idx="20">
                  <c:v>45962</c:v>
                </c:pt>
                <c:pt idx="21">
                  <c:v>45992</c:v>
                </c:pt>
                <c:pt idx="22">
                  <c:v>46023</c:v>
                </c:pt>
                <c:pt idx="23">
                  <c:v>46054</c:v>
                </c:pt>
              </c:numCache>
            </c:numRef>
          </c:cat>
          <c:val>
            <c:numRef>
              <c:f>TB!$D$60:$D$83</c:f>
              <c:numCache>
                <c:formatCode>0.00%</c:formatCode>
                <c:ptCount val="24"/>
                <c:pt idx="0">
                  <c:v>0.34110000000000001</c:v>
                </c:pt>
                <c:pt idx="1">
                  <c:v>0.39539999999999997</c:v>
                </c:pt>
                <c:pt idx="2">
                  <c:v>0.371</c:v>
                </c:pt>
                <c:pt idx="3">
                  <c:v>0.3735</c:v>
                </c:pt>
                <c:pt idx="4">
                  <c:v>0.37240000000000001</c:v>
                </c:pt>
                <c:pt idx="5">
                  <c:v>0.37569999999999998</c:v>
                </c:pt>
                <c:pt idx="6">
                  <c:v>0.36570000000000003</c:v>
                </c:pt>
                <c:pt idx="7">
                  <c:v>0.36309999999999998</c:v>
                </c:pt>
                <c:pt idx="8">
                  <c:v>0.36209999999999998</c:v>
                </c:pt>
                <c:pt idx="9">
                  <c:v>0.35010000000000002</c:v>
                </c:pt>
                <c:pt idx="10">
                  <c:v>0.35139999999999999</c:v>
                </c:pt>
                <c:pt idx="11">
                  <c:v>0.37080000000000002</c:v>
                </c:pt>
                <c:pt idx="12">
                  <c:v>0.34810000000000002</c:v>
                </c:pt>
                <c:pt idx="13">
                  <c:v>0.35520000000000002</c:v>
                </c:pt>
                <c:pt idx="14">
                  <c:v>0.36420000000000002</c:v>
                </c:pt>
                <c:pt idx="15">
                  <c:v>0.35909999999999997</c:v>
                </c:pt>
                <c:pt idx="16">
                  <c:v>0.36030000000000001</c:v>
                </c:pt>
                <c:pt idx="17">
                  <c:v>0.34870000000000001</c:v>
                </c:pt>
                <c:pt idx="18">
                  <c:v>0.36399999999999999</c:v>
                </c:pt>
                <c:pt idx="19">
                  <c:v>0.36940000000000001</c:v>
                </c:pt>
                <c:pt idx="20">
                  <c:v>0.38100000000000001</c:v>
                </c:pt>
                <c:pt idx="21">
                  <c:v>0.37440000000000001</c:v>
                </c:pt>
                <c:pt idx="22">
                  <c:v>0.36980000000000002</c:v>
                </c:pt>
                <c:pt idx="23">
                  <c:v>0.35460000000000003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34-BBFA-42C5-925A-222D28399F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185736"/>
        <c:axId val="2140271623"/>
      </c:lineChart>
      <c:dateAx>
        <c:axId val="2118713863"/>
        <c:scaling>
          <c:orientation val="minMax"/>
        </c:scaling>
        <c:delete val="0"/>
        <c:axPos val="b"/>
        <c:numFmt formatCode="[$-409]mmm\-yy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2118715911"/>
        <c:crosses val="autoZero"/>
        <c:auto val="1"/>
        <c:lblOffset val="100"/>
        <c:baseTimeUnit val="months"/>
        <c:majorUnit val="1"/>
      </c:dateAx>
      <c:valAx>
        <c:axId val="2118715911"/>
        <c:scaling>
          <c:orientation val="minMax"/>
          <c:min val="5000"/>
        </c:scaling>
        <c:delete val="0"/>
        <c:axPos val="l"/>
        <c:numFmt formatCode="[&gt;=1000]\₹#,##0,&quot;K&quot;;\₹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2118713863"/>
        <c:crosses val="autoZero"/>
        <c:crossBetween val="between"/>
      </c:valAx>
      <c:valAx>
        <c:axId val="2140271623"/>
        <c:scaling>
          <c:orientation val="minMax"/>
          <c:max val="0.4"/>
          <c:min val="0.3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185736"/>
        <c:crosses val="max"/>
        <c:crossBetween val="between"/>
        <c:majorUnit val="0.05"/>
      </c:valAx>
      <c:dateAx>
        <c:axId val="90185736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2140271623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7649586795281162"/>
          <c:y val="2.2568897637795234E-2"/>
          <c:w val="0.40794244668461027"/>
          <c:h val="7.81255468066491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Revenue, Profit Margin% &amp; AOV by Payment Mode</a:t>
            </a:r>
          </a:p>
        </c:rich>
      </c:tx>
      <c:layout>
        <c:manualLayout>
          <c:xMode val="edge"/>
          <c:yMode val="edge"/>
          <c:x val="2.155555555555555E-2"/>
          <c:y val="2.43055555555555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TB!$H$59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06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742-408F-ABCE-ACF5D74B792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742-408F-ABCE-ACF5D74B7923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742-408F-ABCE-ACF5D74B792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Revenue: ₹225.18K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742-408F-ABCE-ACF5D74B792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Revenue: ₹200.73K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742-408F-ABCE-ACF5D74B792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Revenue: ₹207.91K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742-408F-ABCE-ACF5D74B792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Revenue: ₹203.45K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742-408F-ABCE-ACF5D74B79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TB!$G$60:$G$63</c:f>
              <c:strCache>
                <c:ptCount val="4"/>
                <c:pt idx="0">
                  <c:v>Card</c:v>
                </c:pt>
                <c:pt idx="1">
                  <c:v>Cash</c:v>
                </c:pt>
                <c:pt idx="2">
                  <c:v>Wallet</c:v>
                </c:pt>
                <c:pt idx="3">
                  <c:v>UPI</c:v>
                </c:pt>
              </c:strCache>
            </c:strRef>
          </c:cat>
          <c:val>
            <c:numRef>
              <c:f>TB!$H$60:$H$63</c:f>
              <c:numCache>
                <c:formatCode>[&gt;=1000]\₹#,##0.00,"K";\₹0.00</c:formatCode>
                <c:ptCount val="4"/>
                <c:pt idx="0">
                  <c:v>225179.79</c:v>
                </c:pt>
                <c:pt idx="1">
                  <c:v>200728.46</c:v>
                </c:pt>
                <c:pt idx="2">
                  <c:v>207913.96</c:v>
                </c:pt>
                <c:pt idx="3">
                  <c:v>203449.25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742-408F-ABCE-ACF5D74B79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07938568"/>
        <c:axId val="407940616"/>
      </c:barChart>
      <c:catAx>
        <c:axId val="407938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7940616"/>
        <c:crosses val="autoZero"/>
        <c:auto val="1"/>
        <c:lblAlgn val="ctr"/>
        <c:lblOffset val="100"/>
        <c:noMultiLvlLbl val="0"/>
      </c:catAx>
      <c:valAx>
        <c:axId val="407940616"/>
        <c:scaling>
          <c:orientation val="minMax"/>
        </c:scaling>
        <c:delete val="1"/>
        <c:axPos val="b"/>
        <c:numFmt formatCode="[&gt;=1000]\₹#,##0.00,&quot;K&quot;;\₹0.00" sourceLinked="1"/>
        <c:majorTickMark val="none"/>
        <c:minorTickMark val="none"/>
        <c:tickLblPos val="nextTo"/>
        <c:crossAx val="4079385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3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7C3518-901A-4963-B339-FEBC2A8B06F2}" type="doc">
      <dgm:prSet loTypeId="urn:microsoft.com/office/officeart/2005/8/layout/hChevron3" loCatId="process" qsTypeId="urn:microsoft.com/office/officeart/2005/8/quickstyle/simple1" qsCatId="simple" csTypeId="urn:microsoft.com/office/officeart/2005/8/colors/accent0_2" csCatId="mainScheme" phldr="1"/>
      <dgm:spPr/>
    </dgm:pt>
    <dgm:pt modelId="{1D6D587A-62C3-409E-90D8-2BADE1272C1B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Arial"/>
            </a:rPr>
            <a:t>Product Category</a:t>
          </a:r>
        </a:p>
      </dgm:t>
    </dgm:pt>
    <dgm:pt modelId="{853E7FF4-B651-417C-B940-10CC899F3D89}" type="parTrans" cxnId="{44498070-3C82-44ED-9538-79A873C99070}">
      <dgm:prSet/>
      <dgm:spPr/>
    </dgm:pt>
    <dgm:pt modelId="{FB6C9F70-A18D-4726-A755-3F22EA5D2378}" type="sibTrans" cxnId="{44498070-3C82-44ED-9538-79A873C99070}">
      <dgm:prSet/>
      <dgm:spPr/>
    </dgm:pt>
    <dgm:pt modelId="{CF2501A0-CF4E-48B9-A8D7-191821FE5E10}">
      <dgm:prSet phldrT="[Text]" phldr="0"/>
      <dgm:spPr/>
      <dgm:t>
        <a:bodyPr/>
        <a:lstStyle/>
        <a:p>
          <a:pPr rtl="0"/>
          <a:r>
            <a:rPr lang="en-US">
              <a:solidFill>
                <a:schemeClr val="tx1"/>
              </a:solidFill>
              <a:latin typeface="Arial"/>
            </a:rPr>
            <a:t>Discount</a:t>
          </a:r>
          <a:r>
            <a:rPr lang="en-US" dirty="0">
              <a:solidFill>
                <a:schemeClr val="tx1"/>
              </a:solidFill>
              <a:latin typeface="Arial"/>
            </a:rPr>
            <a:t> Impact</a:t>
          </a:r>
        </a:p>
      </dgm:t>
    </dgm:pt>
    <dgm:pt modelId="{849E9216-D14F-4BF3-A7F3-3684A74F2037}" type="parTrans" cxnId="{FD888710-AEA6-41CE-8E59-0E5D58A80172}">
      <dgm:prSet/>
      <dgm:spPr/>
    </dgm:pt>
    <dgm:pt modelId="{2E96513A-5DCC-406D-8CC4-F2E81540C3EB}" type="sibTrans" cxnId="{FD888710-AEA6-41CE-8E59-0E5D58A80172}">
      <dgm:prSet/>
      <dgm:spPr/>
    </dgm:pt>
    <dgm:pt modelId="{3956F949-64C6-45F6-9AF9-A4701138DE68}">
      <dgm:prSet phldrT="[Text]" phldr="0"/>
      <dgm:spPr/>
      <dgm:t>
        <a:bodyPr/>
        <a:lstStyle/>
        <a:p>
          <a:r>
            <a:rPr lang="en-US">
              <a:solidFill>
                <a:schemeClr val="tx1"/>
              </a:solidFill>
            </a:rPr>
            <a:t>Volume vs Profitability</a:t>
          </a:r>
          <a:endParaRPr lang="en-US" dirty="0">
            <a:solidFill>
              <a:schemeClr val="tx1"/>
            </a:solidFill>
            <a:latin typeface="Arial"/>
          </a:endParaRPr>
        </a:p>
      </dgm:t>
    </dgm:pt>
    <dgm:pt modelId="{E230D3F4-C3CB-48EA-8246-88233F072828}" type="parTrans" cxnId="{B09098BE-A6D8-4E77-9068-1F8B884CC2AF}">
      <dgm:prSet/>
      <dgm:spPr/>
    </dgm:pt>
    <dgm:pt modelId="{C13896BD-E13F-4D01-A550-37E4A79FB1C2}" type="sibTrans" cxnId="{B09098BE-A6D8-4E77-9068-1F8B884CC2AF}">
      <dgm:prSet/>
      <dgm:spPr/>
    </dgm:pt>
    <dgm:pt modelId="{277D67F6-30B9-4B9F-AE0E-31CC33D437F4}">
      <dgm:prSet phldrT="[Text]" phldr="0"/>
      <dgm:spPr/>
      <dgm:t>
        <a:bodyPr/>
        <a:lstStyle/>
        <a:p>
          <a:r>
            <a:rPr lang="en-US">
              <a:solidFill>
                <a:schemeClr val="tx1"/>
              </a:solidFill>
            </a:rPr>
            <a:t>Pricing </a:t>
          </a:r>
          <a:r>
            <a:rPr lang="en-US" dirty="0">
              <a:solidFill>
                <a:schemeClr val="tx1"/>
              </a:solidFill>
            </a:rPr>
            <a:t>Opportunities</a:t>
          </a:r>
          <a:endParaRPr lang="en-US" dirty="0"/>
        </a:p>
      </dgm:t>
    </dgm:pt>
    <dgm:pt modelId="{62EB45FE-7312-4BA1-AFA0-95BCBF9DFAE5}" type="parTrans" cxnId="{D084F3C8-113B-4460-B6B2-124717FDEE43}">
      <dgm:prSet/>
      <dgm:spPr/>
    </dgm:pt>
    <dgm:pt modelId="{19EA560F-DDB8-4515-9958-96F3DEF51742}" type="sibTrans" cxnId="{D084F3C8-113B-4460-B6B2-124717FDEE43}">
      <dgm:prSet/>
      <dgm:spPr/>
    </dgm:pt>
    <dgm:pt modelId="{3E437E57-7AA7-4712-8087-78AB76572306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/>
            </a:rPr>
            <a:t> Seasonal</a:t>
          </a:r>
          <a:endParaRPr lang="en-US" dirty="0">
            <a:solidFill>
              <a:schemeClr val="tx1"/>
            </a:solidFill>
          </a:endParaRPr>
        </a:p>
      </dgm:t>
    </dgm:pt>
    <dgm:pt modelId="{8CD46F4D-8F75-4620-9654-3853C88F7983}" type="parTrans" cxnId="{F6B07F69-ACCF-402D-AD35-1A29D4B169B2}">
      <dgm:prSet/>
      <dgm:spPr/>
    </dgm:pt>
    <dgm:pt modelId="{AC8AB80A-F862-4066-8921-554FC05DC700}" type="sibTrans" cxnId="{F6B07F69-ACCF-402D-AD35-1A29D4B169B2}">
      <dgm:prSet/>
      <dgm:spPr/>
    </dgm:pt>
    <dgm:pt modelId="{0ECEE6AC-C159-42E3-B97A-ECC33BEABEF9}">
      <dgm:prSet phldrT="[Text]" phldr="0"/>
      <dgm:spPr/>
      <dgm:t>
        <a:bodyPr/>
        <a:lstStyle/>
        <a:p>
          <a:r>
            <a:rPr lang="en-US">
              <a:solidFill>
                <a:schemeClr val="tx1">
                  <a:lumMod val="95000"/>
                  <a:lumOff val="5000"/>
                </a:schemeClr>
              </a:solidFill>
            </a:rPr>
            <a:t>Promotion &amp;</a:t>
          </a:r>
          <a:r>
            <a:rPr lang="en-US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US">
              <a:solidFill>
                <a:schemeClr val="tx1">
                  <a:lumMod val="95000"/>
                  <a:lumOff val="5000"/>
                </a:schemeClr>
              </a:solidFill>
            </a:rPr>
            <a:t>Bundling</a:t>
          </a:r>
          <a:endParaRPr lang="en-US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B1487839-1F10-4D49-B22E-EB5B0C6A05CC}" type="parTrans" cxnId="{1B55AE4D-3DF4-49C6-8A41-97C9940E83CB}">
      <dgm:prSet/>
      <dgm:spPr/>
    </dgm:pt>
    <dgm:pt modelId="{8B4238E3-0B6B-4C69-AACF-966BB0C07A49}" type="sibTrans" cxnId="{1B55AE4D-3DF4-49C6-8A41-97C9940E83CB}">
      <dgm:prSet/>
      <dgm:spPr/>
    </dgm:pt>
    <dgm:pt modelId="{12BB6411-98A2-4C03-A2FE-A2005A3ACB6C}">
      <dgm:prSet phldrT="[Text]" phldr="0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Arial"/>
            </a:rPr>
            <a:t>Recommendation</a:t>
          </a:r>
        </a:p>
      </dgm:t>
    </dgm:pt>
    <dgm:pt modelId="{92FAC7B4-E253-4C41-8EF3-B8297C9BB661}" type="parTrans" cxnId="{DDE91FFB-19C5-4FAD-829D-41E6DBBA7C02}">
      <dgm:prSet/>
      <dgm:spPr/>
    </dgm:pt>
    <dgm:pt modelId="{87EC962B-1160-4BFB-ABDF-393640BC6858}" type="sibTrans" cxnId="{DDE91FFB-19C5-4FAD-829D-41E6DBBA7C02}">
      <dgm:prSet/>
      <dgm:spPr/>
    </dgm:pt>
    <dgm:pt modelId="{2D7D1BAF-5BC8-4AFA-87DF-095FBBC9752B}">
      <dgm:prSet phldrT="[Text]" phldr="0"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latin typeface="Arial"/>
            </a:rPr>
            <a:t>Payment Mode &amp; Segmentation</a:t>
          </a:r>
        </a:p>
      </dgm:t>
    </dgm:pt>
    <dgm:pt modelId="{73906533-E140-42AD-BF0F-5934C5BBC349}" type="parTrans" cxnId="{B09B0EAC-F807-461F-A0C8-1B54710820B1}">
      <dgm:prSet/>
      <dgm:spPr/>
    </dgm:pt>
    <dgm:pt modelId="{9A39199C-5517-4F6A-81E7-42517949B0DF}" type="sibTrans" cxnId="{B09B0EAC-F807-461F-A0C8-1B54710820B1}">
      <dgm:prSet/>
      <dgm:spPr/>
    </dgm:pt>
    <dgm:pt modelId="{C8D66F64-17B3-494C-8C29-37297533CB88}" type="pres">
      <dgm:prSet presAssocID="{F17C3518-901A-4963-B339-FEBC2A8B06F2}" presName="Name0" presStyleCnt="0">
        <dgm:presLayoutVars>
          <dgm:dir/>
          <dgm:resizeHandles val="exact"/>
        </dgm:presLayoutVars>
      </dgm:prSet>
      <dgm:spPr/>
    </dgm:pt>
    <dgm:pt modelId="{028354B1-8436-4622-BB2B-A3110D253EF7}" type="pres">
      <dgm:prSet presAssocID="{1D6D587A-62C3-409E-90D8-2BADE1272C1B}" presName="parTxOnly" presStyleLbl="node1" presStyleIdx="0" presStyleCnt="8">
        <dgm:presLayoutVars>
          <dgm:bulletEnabled val="1"/>
        </dgm:presLayoutVars>
      </dgm:prSet>
      <dgm:spPr/>
    </dgm:pt>
    <dgm:pt modelId="{2241025A-C4CD-46D1-9A61-1BB615C1F88C}" type="pres">
      <dgm:prSet presAssocID="{FB6C9F70-A18D-4726-A755-3F22EA5D2378}" presName="parSpace" presStyleCnt="0"/>
      <dgm:spPr/>
    </dgm:pt>
    <dgm:pt modelId="{71801729-9D47-432E-BB2C-7A92882BC1C9}" type="pres">
      <dgm:prSet presAssocID="{CF2501A0-CF4E-48B9-A8D7-191821FE5E10}" presName="parTxOnly" presStyleLbl="node1" presStyleIdx="1" presStyleCnt="8">
        <dgm:presLayoutVars>
          <dgm:bulletEnabled val="1"/>
        </dgm:presLayoutVars>
      </dgm:prSet>
      <dgm:spPr/>
    </dgm:pt>
    <dgm:pt modelId="{6CDB483B-FBE2-4F32-BDAE-26854B69FF0E}" type="pres">
      <dgm:prSet presAssocID="{2E96513A-5DCC-406D-8CC4-F2E81540C3EB}" presName="parSpace" presStyleCnt="0"/>
      <dgm:spPr/>
    </dgm:pt>
    <dgm:pt modelId="{90BA2F37-26C4-4B52-8E58-C4DAF6D13B0D}" type="pres">
      <dgm:prSet presAssocID="{3956F949-64C6-45F6-9AF9-A4701138DE68}" presName="parTxOnly" presStyleLbl="node1" presStyleIdx="2" presStyleCnt="8">
        <dgm:presLayoutVars>
          <dgm:bulletEnabled val="1"/>
        </dgm:presLayoutVars>
      </dgm:prSet>
      <dgm:spPr/>
    </dgm:pt>
    <dgm:pt modelId="{BC7F2179-E9F7-4770-AC93-33C42EBB37B1}" type="pres">
      <dgm:prSet presAssocID="{C13896BD-E13F-4D01-A550-37E4A79FB1C2}" presName="parSpace" presStyleCnt="0"/>
      <dgm:spPr/>
    </dgm:pt>
    <dgm:pt modelId="{B8003258-5C79-40E4-A0A2-25CC72E9B74D}" type="pres">
      <dgm:prSet presAssocID="{277D67F6-30B9-4B9F-AE0E-31CC33D437F4}" presName="parTxOnly" presStyleLbl="node1" presStyleIdx="3" presStyleCnt="8">
        <dgm:presLayoutVars>
          <dgm:bulletEnabled val="1"/>
        </dgm:presLayoutVars>
      </dgm:prSet>
      <dgm:spPr/>
    </dgm:pt>
    <dgm:pt modelId="{91DC3D92-5067-4C11-9827-58D080B64885}" type="pres">
      <dgm:prSet presAssocID="{19EA560F-DDB8-4515-9958-96F3DEF51742}" presName="parSpace" presStyleCnt="0"/>
      <dgm:spPr/>
    </dgm:pt>
    <dgm:pt modelId="{931EB6B3-9A58-46F7-ABE8-A6C0E30818FD}" type="pres">
      <dgm:prSet presAssocID="{0ECEE6AC-C159-42E3-B97A-ECC33BEABEF9}" presName="parTxOnly" presStyleLbl="node1" presStyleIdx="4" presStyleCnt="8">
        <dgm:presLayoutVars>
          <dgm:bulletEnabled val="1"/>
        </dgm:presLayoutVars>
      </dgm:prSet>
      <dgm:spPr/>
    </dgm:pt>
    <dgm:pt modelId="{9BA2C164-B926-400F-8E12-3A0905D582CA}" type="pres">
      <dgm:prSet presAssocID="{8B4238E3-0B6B-4C69-AACF-966BB0C07A49}" presName="parSpace" presStyleCnt="0"/>
      <dgm:spPr/>
    </dgm:pt>
    <dgm:pt modelId="{C6B14929-FE11-4183-BAE7-2157405564F7}" type="pres">
      <dgm:prSet presAssocID="{3E437E57-7AA7-4712-8087-78AB76572306}" presName="parTxOnly" presStyleLbl="node1" presStyleIdx="5" presStyleCnt="8">
        <dgm:presLayoutVars>
          <dgm:bulletEnabled val="1"/>
        </dgm:presLayoutVars>
      </dgm:prSet>
      <dgm:spPr/>
    </dgm:pt>
    <dgm:pt modelId="{AE847BB0-146F-4CC2-A455-BC4DAFC46520}" type="pres">
      <dgm:prSet presAssocID="{AC8AB80A-F862-4066-8921-554FC05DC700}" presName="parSpace" presStyleCnt="0"/>
      <dgm:spPr/>
    </dgm:pt>
    <dgm:pt modelId="{6E8BC6EB-9BD7-4BFB-9EEA-F1C9B8FEB743}" type="pres">
      <dgm:prSet presAssocID="{2D7D1BAF-5BC8-4AFA-87DF-095FBBC9752B}" presName="parTxOnly" presStyleLbl="node1" presStyleIdx="6" presStyleCnt="8">
        <dgm:presLayoutVars>
          <dgm:bulletEnabled val="1"/>
        </dgm:presLayoutVars>
      </dgm:prSet>
      <dgm:spPr/>
    </dgm:pt>
    <dgm:pt modelId="{F3E6658B-7734-4F5E-AEF3-D7C0908658DB}" type="pres">
      <dgm:prSet presAssocID="{9A39199C-5517-4F6A-81E7-42517949B0DF}" presName="parSpace" presStyleCnt="0"/>
      <dgm:spPr/>
    </dgm:pt>
    <dgm:pt modelId="{C2FA0398-5004-49F3-8560-B9B8ACAE212F}" type="pres">
      <dgm:prSet presAssocID="{12BB6411-98A2-4C03-A2FE-A2005A3ACB6C}" presName="parTxOnly" presStyleLbl="node1" presStyleIdx="7" presStyleCnt="8">
        <dgm:presLayoutVars>
          <dgm:bulletEnabled val="1"/>
        </dgm:presLayoutVars>
      </dgm:prSet>
      <dgm:spPr/>
    </dgm:pt>
  </dgm:ptLst>
  <dgm:cxnLst>
    <dgm:cxn modelId="{FD888710-AEA6-41CE-8E59-0E5D58A80172}" srcId="{F17C3518-901A-4963-B339-FEBC2A8B06F2}" destId="{CF2501A0-CF4E-48B9-A8D7-191821FE5E10}" srcOrd="1" destOrd="0" parTransId="{849E9216-D14F-4BF3-A7F3-3684A74F2037}" sibTransId="{2E96513A-5DCC-406D-8CC4-F2E81540C3EB}"/>
    <dgm:cxn modelId="{3281B425-F73A-40D7-BBE6-C1B12EB7CFF9}" type="presOf" srcId="{12BB6411-98A2-4C03-A2FE-A2005A3ACB6C}" destId="{C2FA0398-5004-49F3-8560-B9B8ACAE212F}" srcOrd="0" destOrd="0" presId="urn:microsoft.com/office/officeart/2005/8/layout/hChevron3"/>
    <dgm:cxn modelId="{7D6D6D5C-039C-4044-BAF3-EAA5A8A5CC8B}" type="presOf" srcId="{1D6D587A-62C3-409E-90D8-2BADE1272C1B}" destId="{028354B1-8436-4622-BB2B-A3110D253EF7}" srcOrd="0" destOrd="0" presId="urn:microsoft.com/office/officeart/2005/8/layout/hChevron3"/>
    <dgm:cxn modelId="{1C949B42-1C84-481E-B1F5-C9D82CE50CFE}" type="presOf" srcId="{2D7D1BAF-5BC8-4AFA-87DF-095FBBC9752B}" destId="{6E8BC6EB-9BD7-4BFB-9EEA-F1C9B8FEB743}" srcOrd="0" destOrd="0" presId="urn:microsoft.com/office/officeart/2005/8/layout/hChevron3"/>
    <dgm:cxn modelId="{F6B07F69-ACCF-402D-AD35-1A29D4B169B2}" srcId="{F17C3518-901A-4963-B339-FEBC2A8B06F2}" destId="{3E437E57-7AA7-4712-8087-78AB76572306}" srcOrd="5" destOrd="0" parTransId="{8CD46F4D-8F75-4620-9654-3853C88F7983}" sibTransId="{AC8AB80A-F862-4066-8921-554FC05DC700}"/>
    <dgm:cxn modelId="{D34D974A-CCFF-4823-B13C-3CC4756C01E6}" type="presOf" srcId="{3956F949-64C6-45F6-9AF9-A4701138DE68}" destId="{90BA2F37-26C4-4B52-8E58-C4DAF6D13B0D}" srcOrd="0" destOrd="0" presId="urn:microsoft.com/office/officeart/2005/8/layout/hChevron3"/>
    <dgm:cxn modelId="{1B55AE4D-3DF4-49C6-8A41-97C9940E83CB}" srcId="{F17C3518-901A-4963-B339-FEBC2A8B06F2}" destId="{0ECEE6AC-C159-42E3-B97A-ECC33BEABEF9}" srcOrd="4" destOrd="0" parTransId="{B1487839-1F10-4D49-B22E-EB5B0C6A05CC}" sibTransId="{8B4238E3-0B6B-4C69-AACF-966BB0C07A49}"/>
    <dgm:cxn modelId="{44498070-3C82-44ED-9538-79A873C99070}" srcId="{F17C3518-901A-4963-B339-FEBC2A8B06F2}" destId="{1D6D587A-62C3-409E-90D8-2BADE1272C1B}" srcOrd="0" destOrd="0" parTransId="{853E7FF4-B651-417C-B940-10CC899F3D89}" sibTransId="{FB6C9F70-A18D-4726-A755-3F22EA5D2378}"/>
    <dgm:cxn modelId="{86F6F171-DD3C-45EE-A0FA-94EB17E36A59}" type="presOf" srcId="{277D67F6-30B9-4B9F-AE0E-31CC33D437F4}" destId="{B8003258-5C79-40E4-A0A2-25CC72E9B74D}" srcOrd="0" destOrd="0" presId="urn:microsoft.com/office/officeart/2005/8/layout/hChevron3"/>
    <dgm:cxn modelId="{00B3BB73-2A2F-4D8C-88C1-B49973101DF7}" type="presOf" srcId="{CF2501A0-CF4E-48B9-A8D7-191821FE5E10}" destId="{71801729-9D47-432E-BB2C-7A92882BC1C9}" srcOrd="0" destOrd="0" presId="urn:microsoft.com/office/officeart/2005/8/layout/hChevron3"/>
    <dgm:cxn modelId="{31687A7B-4E4E-4E8E-A85E-267034D511FB}" type="presOf" srcId="{0ECEE6AC-C159-42E3-B97A-ECC33BEABEF9}" destId="{931EB6B3-9A58-46F7-ABE8-A6C0E30818FD}" srcOrd="0" destOrd="0" presId="urn:microsoft.com/office/officeart/2005/8/layout/hChevron3"/>
    <dgm:cxn modelId="{62983C85-374C-400A-B26F-17CFA25530A0}" type="presOf" srcId="{3E437E57-7AA7-4712-8087-78AB76572306}" destId="{C6B14929-FE11-4183-BAE7-2157405564F7}" srcOrd="0" destOrd="0" presId="urn:microsoft.com/office/officeart/2005/8/layout/hChevron3"/>
    <dgm:cxn modelId="{B09B0EAC-F807-461F-A0C8-1B54710820B1}" srcId="{F17C3518-901A-4963-B339-FEBC2A8B06F2}" destId="{2D7D1BAF-5BC8-4AFA-87DF-095FBBC9752B}" srcOrd="6" destOrd="0" parTransId="{73906533-E140-42AD-BF0F-5934C5BBC349}" sibTransId="{9A39199C-5517-4F6A-81E7-42517949B0DF}"/>
    <dgm:cxn modelId="{B09098BE-A6D8-4E77-9068-1F8B884CC2AF}" srcId="{F17C3518-901A-4963-B339-FEBC2A8B06F2}" destId="{3956F949-64C6-45F6-9AF9-A4701138DE68}" srcOrd="2" destOrd="0" parTransId="{E230D3F4-C3CB-48EA-8246-88233F072828}" sibTransId="{C13896BD-E13F-4D01-A550-37E4A79FB1C2}"/>
    <dgm:cxn modelId="{D084F3C8-113B-4460-B6B2-124717FDEE43}" srcId="{F17C3518-901A-4963-B339-FEBC2A8B06F2}" destId="{277D67F6-30B9-4B9F-AE0E-31CC33D437F4}" srcOrd="3" destOrd="0" parTransId="{62EB45FE-7312-4BA1-AFA0-95BCBF9DFAE5}" sibTransId="{19EA560F-DDB8-4515-9958-96F3DEF51742}"/>
    <dgm:cxn modelId="{D6BE47D3-0AEC-46A6-942C-DF00027DD093}" type="presOf" srcId="{F17C3518-901A-4963-B339-FEBC2A8B06F2}" destId="{C8D66F64-17B3-494C-8C29-37297533CB88}" srcOrd="0" destOrd="0" presId="urn:microsoft.com/office/officeart/2005/8/layout/hChevron3"/>
    <dgm:cxn modelId="{DDE91FFB-19C5-4FAD-829D-41E6DBBA7C02}" srcId="{F17C3518-901A-4963-B339-FEBC2A8B06F2}" destId="{12BB6411-98A2-4C03-A2FE-A2005A3ACB6C}" srcOrd="7" destOrd="0" parTransId="{92FAC7B4-E253-4C41-8EF3-B8297C9BB661}" sibTransId="{87EC962B-1160-4BFB-ABDF-393640BC6858}"/>
    <dgm:cxn modelId="{C534948A-D8BF-4276-819D-ABC6165DC899}" type="presParOf" srcId="{C8D66F64-17B3-494C-8C29-37297533CB88}" destId="{028354B1-8436-4622-BB2B-A3110D253EF7}" srcOrd="0" destOrd="0" presId="urn:microsoft.com/office/officeart/2005/8/layout/hChevron3"/>
    <dgm:cxn modelId="{4B4F53EC-71BA-465B-AA5A-9807C4B046D0}" type="presParOf" srcId="{C8D66F64-17B3-494C-8C29-37297533CB88}" destId="{2241025A-C4CD-46D1-9A61-1BB615C1F88C}" srcOrd="1" destOrd="0" presId="urn:microsoft.com/office/officeart/2005/8/layout/hChevron3"/>
    <dgm:cxn modelId="{3D6A8E2A-D648-4C2F-9DD8-2CF885C98A16}" type="presParOf" srcId="{C8D66F64-17B3-494C-8C29-37297533CB88}" destId="{71801729-9D47-432E-BB2C-7A92882BC1C9}" srcOrd="2" destOrd="0" presId="urn:microsoft.com/office/officeart/2005/8/layout/hChevron3"/>
    <dgm:cxn modelId="{57E7B35E-C5E5-433F-B8EE-CB344C5D82AC}" type="presParOf" srcId="{C8D66F64-17B3-494C-8C29-37297533CB88}" destId="{6CDB483B-FBE2-4F32-BDAE-26854B69FF0E}" srcOrd="3" destOrd="0" presId="urn:microsoft.com/office/officeart/2005/8/layout/hChevron3"/>
    <dgm:cxn modelId="{6C7B5EA4-F2CD-4510-9281-DFB782D3F82F}" type="presParOf" srcId="{C8D66F64-17B3-494C-8C29-37297533CB88}" destId="{90BA2F37-26C4-4B52-8E58-C4DAF6D13B0D}" srcOrd="4" destOrd="0" presId="urn:microsoft.com/office/officeart/2005/8/layout/hChevron3"/>
    <dgm:cxn modelId="{F72EDA60-8208-487E-94B8-EBC0549EF180}" type="presParOf" srcId="{C8D66F64-17B3-494C-8C29-37297533CB88}" destId="{BC7F2179-E9F7-4770-AC93-33C42EBB37B1}" srcOrd="5" destOrd="0" presId="urn:microsoft.com/office/officeart/2005/8/layout/hChevron3"/>
    <dgm:cxn modelId="{AC054B91-CC3F-46F9-8E8C-7636E2210972}" type="presParOf" srcId="{C8D66F64-17B3-494C-8C29-37297533CB88}" destId="{B8003258-5C79-40E4-A0A2-25CC72E9B74D}" srcOrd="6" destOrd="0" presId="urn:microsoft.com/office/officeart/2005/8/layout/hChevron3"/>
    <dgm:cxn modelId="{419DD08B-5566-4081-AF7C-B2E7A0BCDF1C}" type="presParOf" srcId="{C8D66F64-17B3-494C-8C29-37297533CB88}" destId="{91DC3D92-5067-4C11-9827-58D080B64885}" srcOrd="7" destOrd="0" presId="urn:microsoft.com/office/officeart/2005/8/layout/hChevron3"/>
    <dgm:cxn modelId="{68FF466C-51C9-47A7-932F-695881D28099}" type="presParOf" srcId="{C8D66F64-17B3-494C-8C29-37297533CB88}" destId="{931EB6B3-9A58-46F7-ABE8-A6C0E30818FD}" srcOrd="8" destOrd="0" presId="urn:microsoft.com/office/officeart/2005/8/layout/hChevron3"/>
    <dgm:cxn modelId="{041740EA-68F5-4C8D-A03F-4A211F0AD036}" type="presParOf" srcId="{C8D66F64-17B3-494C-8C29-37297533CB88}" destId="{9BA2C164-B926-400F-8E12-3A0905D582CA}" srcOrd="9" destOrd="0" presId="urn:microsoft.com/office/officeart/2005/8/layout/hChevron3"/>
    <dgm:cxn modelId="{D336E173-18C2-4C54-B999-CEF2185E2ACF}" type="presParOf" srcId="{C8D66F64-17B3-494C-8C29-37297533CB88}" destId="{C6B14929-FE11-4183-BAE7-2157405564F7}" srcOrd="10" destOrd="0" presId="urn:microsoft.com/office/officeart/2005/8/layout/hChevron3"/>
    <dgm:cxn modelId="{6F2CB2D5-2EE2-4F0C-801E-CF3742D78B13}" type="presParOf" srcId="{C8D66F64-17B3-494C-8C29-37297533CB88}" destId="{AE847BB0-146F-4CC2-A455-BC4DAFC46520}" srcOrd="11" destOrd="0" presId="urn:microsoft.com/office/officeart/2005/8/layout/hChevron3"/>
    <dgm:cxn modelId="{D618EC2C-B398-4B7A-B448-63743225A5CE}" type="presParOf" srcId="{C8D66F64-17B3-494C-8C29-37297533CB88}" destId="{6E8BC6EB-9BD7-4BFB-9EEA-F1C9B8FEB743}" srcOrd="12" destOrd="0" presId="urn:microsoft.com/office/officeart/2005/8/layout/hChevron3"/>
    <dgm:cxn modelId="{005A29BB-85F0-44EE-BC93-79A63B34FF19}" type="presParOf" srcId="{C8D66F64-17B3-494C-8C29-37297533CB88}" destId="{F3E6658B-7734-4F5E-AEF3-D7C0908658DB}" srcOrd="13" destOrd="0" presId="urn:microsoft.com/office/officeart/2005/8/layout/hChevron3"/>
    <dgm:cxn modelId="{226B9EDC-D45B-4D59-A01F-DC77F3D36AEB}" type="presParOf" srcId="{C8D66F64-17B3-494C-8C29-37297533CB88}" destId="{C2FA0398-5004-49F3-8560-B9B8ACAE212F}" srcOrd="1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2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20A50D-3D2B-4A58-AFED-74C1E4F00E80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4673123D-DB27-4D23-A483-1587D691843A}">
      <dgm:prSet phldrT="[Text]" phldr="0"/>
      <dgm:spPr/>
      <dgm:t>
        <a:bodyPr/>
        <a:lstStyle/>
        <a:p>
          <a:pPr rtl="0"/>
          <a:r>
            <a:rPr lang="en-US" sz="1200">
              <a:latin typeface="Inter SemiBold"/>
              <a:ea typeface="Inter SemiBold"/>
            </a:rPr>
            <a:t>Protect Margin on High-Demand Products</a:t>
          </a:r>
        </a:p>
      </dgm:t>
    </dgm:pt>
    <dgm:pt modelId="{6A9A0598-7777-44E1-B844-C4D329A240C0}" type="parTrans" cxnId="{B3197458-D7C0-434F-874D-74356E2165A9}">
      <dgm:prSet/>
      <dgm:spPr/>
      <dgm:t>
        <a:bodyPr/>
        <a:lstStyle/>
        <a:p>
          <a:endParaRPr lang="en-US"/>
        </a:p>
      </dgm:t>
    </dgm:pt>
    <dgm:pt modelId="{ECB46B17-B4CA-41FF-BE93-8E86B08E343C}" type="sibTrans" cxnId="{B3197458-D7C0-434F-874D-74356E2165A9}">
      <dgm:prSet/>
      <dgm:spPr/>
      <dgm:t>
        <a:bodyPr/>
        <a:lstStyle/>
        <a:p>
          <a:endParaRPr lang="en-US"/>
        </a:p>
      </dgm:t>
    </dgm:pt>
    <dgm:pt modelId="{46C30E2B-EFA7-41F3-A593-6114BBCB54AE}">
      <dgm:prSet phldrT="[Text]" phldr="0"/>
      <dgm:spPr/>
      <dgm:t>
        <a:bodyPr/>
        <a:lstStyle/>
        <a:p>
          <a:pPr rtl="0"/>
          <a:r>
            <a:rPr lang="en-US" sz="1200" dirty="0">
              <a:latin typeface="Inter SemiBold"/>
              <a:ea typeface="Inter SemiBold"/>
            </a:rPr>
            <a:t>Push High-Margin Products</a:t>
          </a:r>
        </a:p>
      </dgm:t>
    </dgm:pt>
    <dgm:pt modelId="{562ECF72-B1B9-4ACF-8F91-E68CD927AEBE}" type="parTrans" cxnId="{122E3FEC-210D-45CA-87B9-F79F01783BCF}">
      <dgm:prSet/>
      <dgm:spPr/>
      <dgm:t>
        <a:bodyPr/>
        <a:lstStyle/>
        <a:p>
          <a:endParaRPr lang="en-US"/>
        </a:p>
      </dgm:t>
    </dgm:pt>
    <dgm:pt modelId="{6036F063-28CE-455E-B68C-B42792D9C93F}" type="sibTrans" cxnId="{122E3FEC-210D-45CA-87B9-F79F01783BCF}">
      <dgm:prSet/>
      <dgm:spPr/>
      <dgm:t>
        <a:bodyPr/>
        <a:lstStyle/>
        <a:p>
          <a:endParaRPr lang="en-US"/>
        </a:p>
      </dgm:t>
    </dgm:pt>
    <dgm:pt modelId="{B24DC5A8-17BA-4BA5-91BD-D64E0D443477}">
      <dgm:prSet phldrT="[Text]" phldr="0"/>
      <dgm:spPr/>
      <dgm:t>
        <a:bodyPr/>
        <a:lstStyle/>
        <a:p>
          <a:pPr rtl="0"/>
          <a:r>
            <a:rPr lang="en-US" sz="1200" dirty="0">
              <a:latin typeface="Inter SemiBold"/>
              <a:ea typeface="Inter SemiBold"/>
            </a:rPr>
            <a:t>Shift from Discounts to Bundles</a:t>
          </a:r>
        </a:p>
      </dgm:t>
    </dgm:pt>
    <dgm:pt modelId="{246900A8-AF7A-48FE-AF93-EE19F7528BDA}" type="parTrans" cxnId="{B752B3C6-63ED-4E1B-ACC9-7A7FA5C1EBDA}">
      <dgm:prSet/>
      <dgm:spPr/>
      <dgm:t>
        <a:bodyPr/>
        <a:lstStyle/>
        <a:p>
          <a:endParaRPr lang="en-US"/>
        </a:p>
      </dgm:t>
    </dgm:pt>
    <dgm:pt modelId="{6735EB61-6525-46AE-92B4-BFFF3195063F}" type="sibTrans" cxnId="{B752B3C6-63ED-4E1B-ACC9-7A7FA5C1EBDA}">
      <dgm:prSet/>
      <dgm:spPr/>
      <dgm:t>
        <a:bodyPr/>
        <a:lstStyle/>
        <a:p>
          <a:endParaRPr lang="en-US"/>
        </a:p>
      </dgm:t>
    </dgm:pt>
    <dgm:pt modelId="{591C012C-E466-4954-8F56-1A04ED89683C}">
      <dgm:prSet phldrT="[Text]" phldr="0"/>
      <dgm:spPr/>
      <dgm:t>
        <a:bodyPr/>
        <a:lstStyle/>
        <a:p>
          <a:pPr rtl="0"/>
          <a:r>
            <a:rPr lang="en-US" sz="1200">
              <a:latin typeface="Inter"/>
              <a:ea typeface="Inter"/>
            </a:rPr>
            <a:t>Reduce discounting on products such as Veg Pizza, where strong demand is accompanied by a 27.73% margin and 11.81% average discount. Test a lower discount cap before considering price increases.</a:t>
          </a:r>
        </a:p>
      </dgm:t>
    </dgm:pt>
    <dgm:pt modelId="{227AED2C-88F9-42E4-8E4C-54DB5ADD9A88}" type="parTrans" cxnId="{F1109FD4-1A8E-4A99-8B1C-DD1D21C2A914}">
      <dgm:prSet/>
      <dgm:spPr/>
    </dgm:pt>
    <dgm:pt modelId="{FD4BFBA7-EFC3-49FB-A623-71E8B2EDADCE}" type="sibTrans" cxnId="{F1109FD4-1A8E-4A99-8B1C-DD1D21C2A914}">
      <dgm:prSet/>
      <dgm:spPr/>
    </dgm:pt>
    <dgm:pt modelId="{43D2A92C-C803-4BFD-BDC5-38D8A3680C0A}">
      <dgm:prSet phldrT="[Text]" phldr="0"/>
      <dgm:spPr/>
      <dgm:t>
        <a:bodyPr/>
        <a:lstStyle/>
        <a:p>
          <a:pPr rtl="0"/>
          <a:r>
            <a:rPr lang="en-US" sz="1200">
              <a:latin typeface="Inter"/>
              <a:ea typeface="Inter"/>
            </a:rPr>
            <a:t>Increase visibility of French Fries, Cold Coffee and other 40%+ margin products through app placements and targeted promotions to build demand without heavy discounting.</a:t>
          </a:r>
        </a:p>
      </dgm:t>
    </dgm:pt>
    <dgm:pt modelId="{56CD2E52-55A0-4563-B70C-FA9AB8406751}" type="parTrans" cxnId="{B3E36657-A2D4-4008-8306-601EDC464C47}">
      <dgm:prSet/>
      <dgm:spPr/>
    </dgm:pt>
    <dgm:pt modelId="{199CF71A-036C-40E9-BEF0-4DC62C756170}" type="sibTrans" cxnId="{B3E36657-A2D4-4008-8306-601EDC464C47}">
      <dgm:prSet/>
      <dgm:spPr/>
    </dgm:pt>
    <dgm:pt modelId="{0698D117-F09B-48B1-AC9F-96820E83796F}">
      <dgm:prSet phldrT="[Text]" phldr="0"/>
      <dgm:spPr/>
      <dgm:t>
        <a:bodyPr/>
        <a:lstStyle/>
        <a:p>
          <a:pPr rtl="0"/>
          <a:r>
            <a:rPr lang="en-US" sz="1200" dirty="0">
              <a:latin typeface="Inter SemiBold"/>
              <a:ea typeface="Inter SemiBold"/>
            </a:rPr>
            <a:t>Use Targeted Digital Offers</a:t>
          </a:r>
          <a:endParaRPr lang="en-US" sz="1600" dirty="0">
            <a:latin typeface="Inter"/>
            <a:ea typeface="Inter"/>
          </a:endParaRPr>
        </a:p>
      </dgm:t>
    </dgm:pt>
    <dgm:pt modelId="{4BB68DD8-2CD6-42C3-B58E-B53C37A02803}" type="parTrans" cxnId="{50163AD8-9F45-484F-B1EA-9F0EC200EAFF}">
      <dgm:prSet/>
      <dgm:spPr/>
    </dgm:pt>
    <dgm:pt modelId="{843B448B-6F0F-4785-A16E-81600C346032}" type="sibTrans" cxnId="{50163AD8-9F45-484F-B1EA-9F0EC200EAFF}">
      <dgm:prSet/>
      <dgm:spPr/>
    </dgm:pt>
    <dgm:pt modelId="{44FC5CA1-C46D-43A3-A9F2-8DA42E602825}">
      <dgm:prSet phldrT="[Text]" phldr="0"/>
      <dgm:spPr/>
      <dgm:t>
        <a:bodyPr/>
        <a:lstStyle/>
        <a:p>
          <a:pPr rtl="0"/>
          <a:r>
            <a:rPr lang="en-US" sz="1200" dirty="0">
              <a:latin typeface="Inter"/>
              <a:ea typeface="Inter"/>
            </a:rPr>
            <a:t>Use combinations such as Paneer Roll + Cold Coffee and Garlic Bread + Iced Tea to increase basket value while pairing high-volume products with higher-margin items.</a:t>
          </a:r>
        </a:p>
      </dgm:t>
    </dgm:pt>
    <dgm:pt modelId="{4EDE0FE3-D162-4820-9BD2-686C3165CF20}" type="parTrans" cxnId="{66856EA5-19CA-42A7-8C3A-3FD69C799B7A}">
      <dgm:prSet/>
      <dgm:spPr/>
    </dgm:pt>
    <dgm:pt modelId="{F1068932-A8BA-4768-8E0D-2D5BB5DE4CA6}" type="sibTrans" cxnId="{66856EA5-19CA-42A7-8C3A-3FD69C799B7A}">
      <dgm:prSet/>
      <dgm:spPr/>
    </dgm:pt>
    <dgm:pt modelId="{E7F4B359-2CB2-4700-8629-4B8C12A54D08}">
      <dgm:prSet phldrT="[Text]" phldr="0"/>
      <dgm:spPr/>
      <dgm:t>
        <a:bodyPr/>
        <a:lstStyle/>
        <a:p>
          <a:pPr rtl="0"/>
          <a:r>
            <a:rPr lang="en-US" sz="1200" dirty="0">
              <a:latin typeface="Inter"/>
              <a:ea typeface="Inter"/>
            </a:rPr>
            <a:t>Use small, targeted incentives for digital-payment users instead of broad discounts, helping encourage adoption while keeping promotional costs controlled.</a:t>
          </a:r>
        </a:p>
      </dgm:t>
    </dgm:pt>
    <dgm:pt modelId="{C6C7B738-0D72-4D03-93DC-E9B7101DFC15}" type="parTrans" cxnId="{1ACB0A6D-52A6-4A5D-A60D-67DD771351BD}">
      <dgm:prSet/>
      <dgm:spPr/>
    </dgm:pt>
    <dgm:pt modelId="{3CB8EE67-C385-44AC-A40B-4D67CA7ED83E}" type="sibTrans" cxnId="{1ACB0A6D-52A6-4A5D-A60D-67DD771351BD}">
      <dgm:prSet/>
      <dgm:spPr/>
    </dgm:pt>
    <dgm:pt modelId="{DBE27ED2-7D22-471C-A586-E4EA29071B99}" type="pres">
      <dgm:prSet presAssocID="{B220A50D-3D2B-4A58-AFED-74C1E4F00E80}" presName="linear" presStyleCnt="0">
        <dgm:presLayoutVars>
          <dgm:animLvl val="lvl"/>
          <dgm:resizeHandles val="exact"/>
        </dgm:presLayoutVars>
      </dgm:prSet>
      <dgm:spPr/>
    </dgm:pt>
    <dgm:pt modelId="{C72E40C8-A894-46DD-97FE-0303701F6FD9}" type="pres">
      <dgm:prSet presAssocID="{4673123D-DB27-4D23-A483-1587D691843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21D4F5-E170-48AE-9286-47F20AC8ABF4}" type="pres">
      <dgm:prSet presAssocID="{4673123D-DB27-4D23-A483-1587D691843A}" presName="childText" presStyleLbl="revTx" presStyleIdx="0" presStyleCnt="4">
        <dgm:presLayoutVars>
          <dgm:bulletEnabled val="1"/>
        </dgm:presLayoutVars>
      </dgm:prSet>
      <dgm:spPr/>
    </dgm:pt>
    <dgm:pt modelId="{50EC75B2-4C10-449D-A33A-09DE47AF4B3E}" type="pres">
      <dgm:prSet presAssocID="{46C30E2B-EFA7-41F3-A593-6114BBCB54A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B9300D8-7F82-45BC-95CA-2F9466D2B69B}" type="pres">
      <dgm:prSet presAssocID="{46C30E2B-EFA7-41F3-A593-6114BBCB54AE}" presName="childText" presStyleLbl="revTx" presStyleIdx="1" presStyleCnt="4">
        <dgm:presLayoutVars>
          <dgm:bulletEnabled val="1"/>
        </dgm:presLayoutVars>
      </dgm:prSet>
      <dgm:spPr/>
    </dgm:pt>
    <dgm:pt modelId="{F92B28B7-DE93-4B9F-9466-3F7890FFF359}" type="pres">
      <dgm:prSet presAssocID="{B24DC5A8-17BA-4BA5-91BD-D64E0D4434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F6F5533-A05D-4604-A3E4-E8C60E9AD140}" type="pres">
      <dgm:prSet presAssocID="{B24DC5A8-17BA-4BA5-91BD-D64E0D443477}" presName="childText" presStyleLbl="revTx" presStyleIdx="2" presStyleCnt="4">
        <dgm:presLayoutVars>
          <dgm:bulletEnabled val="1"/>
        </dgm:presLayoutVars>
      </dgm:prSet>
      <dgm:spPr/>
    </dgm:pt>
    <dgm:pt modelId="{ECBF4A6B-BD91-4703-9E9C-7DA5F09D4119}" type="pres">
      <dgm:prSet presAssocID="{0698D117-F09B-48B1-AC9F-96820E83796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D2252AD-5E1E-44B3-AE04-EA8B18AE1A48}" type="pres">
      <dgm:prSet presAssocID="{0698D117-F09B-48B1-AC9F-96820E83796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1347E17-FC0B-424E-941D-14DC1675807E}" type="presOf" srcId="{0698D117-F09B-48B1-AC9F-96820E83796F}" destId="{ECBF4A6B-BD91-4703-9E9C-7DA5F09D4119}" srcOrd="0" destOrd="0" presId="urn:microsoft.com/office/officeart/2005/8/layout/vList2"/>
    <dgm:cxn modelId="{A291D85D-898F-4E4A-A5CE-77DFA714F92B}" type="presOf" srcId="{43D2A92C-C803-4BFD-BDC5-38D8A3680C0A}" destId="{FB9300D8-7F82-45BC-95CA-2F9466D2B69B}" srcOrd="0" destOrd="0" presId="urn:microsoft.com/office/officeart/2005/8/layout/vList2"/>
    <dgm:cxn modelId="{5B0BF25F-7E1D-4406-BA0A-6941B9AC8D39}" type="presOf" srcId="{46C30E2B-EFA7-41F3-A593-6114BBCB54AE}" destId="{50EC75B2-4C10-449D-A33A-09DE47AF4B3E}" srcOrd="0" destOrd="0" presId="urn:microsoft.com/office/officeart/2005/8/layout/vList2"/>
    <dgm:cxn modelId="{CF00BD43-A75D-4535-B6DE-93C706BD30CB}" type="presOf" srcId="{591C012C-E466-4954-8F56-1A04ED89683C}" destId="{FA21D4F5-E170-48AE-9286-47F20AC8ABF4}" srcOrd="0" destOrd="0" presId="urn:microsoft.com/office/officeart/2005/8/layout/vList2"/>
    <dgm:cxn modelId="{1ACB0A6D-52A6-4A5D-A60D-67DD771351BD}" srcId="{0698D117-F09B-48B1-AC9F-96820E83796F}" destId="{E7F4B359-2CB2-4700-8629-4B8C12A54D08}" srcOrd="0" destOrd="0" parTransId="{C6C7B738-0D72-4D03-93DC-E9B7101DFC15}" sibTransId="{3CB8EE67-C385-44AC-A40B-4D67CA7ED83E}"/>
    <dgm:cxn modelId="{B3E36657-A2D4-4008-8306-601EDC464C47}" srcId="{46C30E2B-EFA7-41F3-A593-6114BBCB54AE}" destId="{43D2A92C-C803-4BFD-BDC5-38D8A3680C0A}" srcOrd="0" destOrd="0" parTransId="{56CD2E52-55A0-4563-B70C-FA9AB8406751}" sibTransId="{199CF71A-036C-40E9-BEF0-4DC62C756170}"/>
    <dgm:cxn modelId="{B3197458-D7C0-434F-874D-74356E2165A9}" srcId="{B220A50D-3D2B-4A58-AFED-74C1E4F00E80}" destId="{4673123D-DB27-4D23-A483-1587D691843A}" srcOrd="0" destOrd="0" parTransId="{6A9A0598-7777-44E1-B844-C4D329A240C0}" sibTransId="{ECB46B17-B4CA-41FF-BE93-8E86B08E343C}"/>
    <dgm:cxn modelId="{71A94B5A-A937-488B-9A02-021273896484}" type="presOf" srcId="{E7F4B359-2CB2-4700-8629-4B8C12A54D08}" destId="{FD2252AD-5E1E-44B3-AE04-EA8B18AE1A48}" srcOrd="0" destOrd="0" presId="urn:microsoft.com/office/officeart/2005/8/layout/vList2"/>
    <dgm:cxn modelId="{445AABA2-5097-42D2-8D60-81C76A0582C8}" type="presOf" srcId="{44FC5CA1-C46D-43A3-A9F2-8DA42E602825}" destId="{AF6F5533-A05D-4604-A3E4-E8C60E9AD140}" srcOrd="0" destOrd="0" presId="urn:microsoft.com/office/officeart/2005/8/layout/vList2"/>
    <dgm:cxn modelId="{66856EA5-19CA-42A7-8C3A-3FD69C799B7A}" srcId="{B24DC5A8-17BA-4BA5-91BD-D64E0D443477}" destId="{44FC5CA1-C46D-43A3-A9F2-8DA42E602825}" srcOrd="0" destOrd="0" parTransId="{4EDE0FE3-D162-4820-9BD2-686C3165CF20}" sibTransId="{F1068932-A8BA-4768-8E0D-2D5BB5DE4CA6}"/>
    <dgm:cxn modelId="{B752B3C6-63ED-4E1B-ACC9-7A7FA5C1EBDA}" srcId="{B220A50D-3D2B-4A58-AFED-74C1E4F00E80}" destId="{B24DC5A8-17BA-4BA5-91BD-D64E0D443477}" srcOrd="2" destOrd="0" parTransId="{246900A8-AF7A-48FE-AF93-EE19F7528BDA}" sibTransId="{6735EB61-6525-46AE-92B4-BFFF3195063F}"/>
    <dgm:cxn modelId="{2E168BD0-694D-4AE6-8168-ADDC7A64578A}" type="presOf" srcId="{B24DC5A8-17BA-4BA5-91BD-D64E0D443477}" destId="{F92B28B7-DE93-4B9F-9466-3F7890FFF359}" srcOrd="0" destOrd="0" presId="urn:microsoft.com/office/officeart/2005/8/layout/vList2"/>
    <dgm:cxn modelId="{FCB862D3-D21A-499B-A3F5-ED896D7BE022}" type="presOf" srcId="{B220A50D-3D2B-4A58-AFED-74C1E4F00E80}" destId="{DBE27ED2-7D22-471C-A586-E4EA29071B99}" srcOrd="0" destOrd="0" presId="urn:microsoft.com/office/officeart/2005/8/layout/vList2"/>
    <dgm:cxn modelId="{F1109FD4-1A8E-4A99-8B1C-DD1D21C2A914}" srcId="{4673123D-DB27-4D23-A483-1587D691843A}" destId="{591C012C-E466-4954-8F56-1A04ED89683C}" srcOrd="0" destOrd="0" parTransId="{227AED2C-88F9-42E4-8E4C-54DB5ADD9A88}" sibTransId="{FD4BFBA7-EFC3-49FB-A623-71E8B2EDADCE}"/>
    <dgm:cxn modelId="{50163AD8-9F45-484F-B1EA-9F0EC200EAFF}" srcId="{B220A50D-3D2B-4A58-AFED-74C1E4F00E80}" destId="{0698D117-F09B-48B1-AC9F-96820E83796F}" srcOrd="3" destOrd="0" parTransId="{4BB68DD8-2CD6-42C3-B58E-B53C37A02803}" sibTransId="{843B448B-6F0F-4785-A16E-81600C346032}"/>
    <dgm:cxn modelId="{EF7FF3E4-8311-4CC3-B10D-694226553ADD}" type="presOf" srcId="{4673123D-DB27-4D23-A483-1587D691843A}" destId="{C72E40C8-A894-46DD-97FE-0303701F6FD9}" srcOrd="0" destOrd="0" presId="urn:microsoft.com/office/officeart/2005/8/layout/vList2"/>
    <dgm:cxn modelId="{122E3FEC-210D-45CA-87B9-F79F01783BCF}" srcId="{B220A50D-3D2B-4A58-AFED-74C1E4F00E80}" destId="{46C30E2B-EFA7-41F3-A593-6114BBCB54AE}" srcOrd="1" destOrd="0" parTransId="{562ECF72-B1B9-4ACF-8F91-E68CD927AEBE}" sibTransId="{6036F063-28CE-455E-B68C-B42792D9C93F}"/>
    <dgm:cxn modelId="{21FAE5DA-2BF4-4637-A80F-D5EF39F2C9AF}" type="presParOf" srcId="{DBE27ED2-7D22-471C-A586-E4EA29071B99}" destId="{C72E40C8-A894-46DD-97FE-0303701F6FD9}" srcOrd="0" destOrd="0" presId="urn:microsoft.com/office/officeart/2005/8/layout/vList2"/>
    <dgm:cxn modelId="{1955F395-CFD0-4E80-B127-9720C44C17B3}" type="presParOf" srcId="{DBE27ED2-7D22-471C-A586-E4EA29071B99}" destId="{FA21D4F5-E170-48AE-9286-47F20AC8ABF4}" srcOrd="1" destOrd="0" presId="urn:microsoft.com/office/officeart/2005/8/layout/vList2"/>
    <dgm:cxn modelId="{5790E9EE-197E-4E27-A3B0-604DCF04095C}" type="presParOf" srcId="{DBE27ED2-7D22-471C-A586-E4EA29071B99}" destId="{50EC75B2-4C10-449D-A33A-09DE47AF4B3E}" srcOrd="2" destOrd="0" presId="urn:microsoft.com/office/officeart/2005/8/layout/vList2"/>
    <dgm:cxn modelId="{AC5B2A99-1D09-4855-886A-97A7F293AA58}" type="presParOf" srcId="{DBE27ED2-7D22-471C-A586-E4EA29071B99}" destId="{FB9300D8-7F82-45BC-95CA-2F9466D2B69B}" srcOrd="3" destOrd="0" presId="urn:microsoft.com/office/officeart/2005/8/layout/vList2"/>
    <dgm:cxn modelId="{575CC789-66AD-4935-AE46-09B15A1403D6}" type="presParOf" srcId="{DBE27ED2-7D22-471C-A586-E4EA29071B99}" destId="{F92B28B7-DE93-4B9F-9466-3F7890FFF359}" srcOrd="4" destOrd="0" presId="urn:microsoft.com/office/officeart/2005/8/layout/vList2"/>
    <dgm:cxn modelId="{4C827096-92E6-4183-82CE-879580C8F686}" type="presParOf" srcId="{DBE27ED2-7D22-471C-A586-E4EA29071B99}" destId="{AF6F5533-A05D-4604-A3E4-E8C60E9AD140}" srcOrd="5" destOrd="0" presId="urn:microsoft.com/office/officeart/2005/8/layout/vList2"/>
    <dgm:cxn modelId="{012338B6-E31E-4778-8D49-F75AF49A9BA1}" type="presParOf" srcId="{DBE27ED2-7D22-471C-A586-E4EA29071B99}" destId="{ECBF4A6B-BD91-4703-9E9C-7DA5F09D4119}" srcOrd="6" destOrd="0" presId="urn:microsoft.com/office/officeart/2005/8/layout/vList2"/>
    <dgm:cxn modelId="{CFB0E065-6B83-42E2-BB73-5CE520626CDF}" type="presParOf" srcId="{DBE27ED2-7D22-471C-A586-E4EA29071B99}" destId="{FD2252AD-5E1E-44B3-AE04-EA8B18AE1A48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FE81B2-1937-4D78-A04E-5914BE95E584}" type="doc">
      <dgm:prSet loTypeId="urn:microsoft.com/office/officeart/2005/8/layout/vList2" loCatId="list" qsTypeId="urn:microsoft.com/office/officeart/2005/8/quickstyle/simple1#2" qsCatId="simple" csTypeId="urn:microsoft.com/office/officeart/2005/8/colors/accent3_2#1" csCatId="accent3" phldr="1"/>
      <dgm:spPr/>
      <dgm:t>
        <a:bodyPr/>
        <a:lstStyle/>
        <a:p>
          <a:endParaRPr lang="en-US"/>
        </a:p>
      </dgm:t>
    </dgm:pt>
    <dgm:pt modelId="{93AE62C4-0ADB-408F-9AC3-1D758A5936B3}">
      <dgm:prSet phldrT="[Text]" phldr="0"/>
      <dgm:spPr/>
      <dgm:t>
        <a:bodyPr/>
        <a:lstStyle/>
        <a:p>
          <a:pPr rtl="0"/>
          <a:r>
            <a:rPr lang="en-US"/>
            <a:t>Move Toward Data-Driven Pricing</a:t>
          </a:r>
        </a:p>
      </dgm:t>
    </dgm:pt>
    <dgm:pt modelId="{C446C9D8-49AC-406A-B8E4-364CBAE5EF54}" type="parTrans" cxnId="{3FA30189-B22F-415A-8483-900CC926679E}">
      <dgm:prSet/>
      <dgm:spPr/>
      <dgm:t>
        <a:bodyPr/>
        <a:lstStyle/>
        <a:p>
          <a:endParaRPr lang="en-US"/>
        </a:p>
      </dgm:t>
    </dgm:pt>
    <dgm:pt modelId="{9B7ECC59-7650-469E-9642-070E1BACFFD6}" type="sibTrans" cxnId="{3FA30189-B22F-415A-8483-900CC926679E}">
      <dgm:prSet/>
      <dgm:spPr/>
      <dgm:t>
        <a:bodyPr/>
        <a:lstStyle/>
        <a:p>
          <a:endParaRPr lang="en-US"/>
        </a:p>
      </dgm:t>
    </dgm:pt>
    <dgm:pt modelId="{12C429EB-67CF-430B-91F3-6044AD816D02}">
      <dgm:prSet phldrT="[Text]" phldr="0"/>
      <dgm:spPr/>
      <dgm:t>
        <a:bodyPr/>
        <a:lstStyle/>
        <a:p>
          <a:pPr rtl="0"/>
          <a:r>
            <a:rPr lang="en-US"/>
            <a:t>Introduce demand- and margin-based pricing reviews to identify products with room for controlled price adjustments.</a:t>
          </a:r>
        </a:p>
      </dgm:t>
    </dgm:pt>
    <dgm:pt modelId="{D22D53AB-26D0-4FCC-AFDC-65B879DDBC2A}" type="parTrans" cxnId="{4E909C7F-6E4C-4FC4-A140-33FE56789566}">
      <dgm:prSet/>
      <dgm:spPr/>
      <dgm:t>
        <a:bodyPr/>
        <a:lstStyle/>
        <a:p>
          <a:endParaRPr lang="en-US"/>
        </a:p>
      </dgm:t>
    </dgm:pt>
    <dgm:pt modelId="{C9215F44-89CF-400A-A9E3-E7065480D773}" type="sibTrans" cxnId="{4E909C7F-6E4C-4FC4-A140-33FE56789566}">
      <dgm:prSet/>
      <dgm:spPr/>
      <dgm:t>
        <a:bodyPr/>
        <a:lstStyle/>
        <a:p>
          <a:endParaRPr lang="en-US"/>
        </a:p>
      </dgm:t>
    </dgm:pt>
    <dgm:pt modelId="{FF548DD7-D44D-4105-9FFF-D6F310791096}">
      <dgm:prSet phldrT="[Text]" phldr="0"/>
      <dgm:spPr/>
      <dgm:t>
        <a:bodyPr/>
        <a:lstStyle/>
        <a:p>
          <a:pPr rtl="0"/>
          <a:r>
            <a:rPr lang="en-US"/>
            <a:t>Establish a Menu Engineering Framework</a:t>
          </a:r>
        </a:p>
      </dgm:t>
    </dgm:pt>
    <dgm:pt modelId="{912B8378-DBE3-4D47-ADFA-8589B6278B23}" type="parTrans" cxnId="{C188ED5A-A1D3-4A09-824D-8D0D35C0FDCF}">
      <dgm:prSet/>
      <dgm:spPr/>
      <dgm:t>
        <a:bodyPr/>
        <a:lstStyle/>
        <a:p>
          <a:endParaRPr lang="en-US"/>
        </a:p>
      </dgm:t>
    </dgm:pt>
    <dgm:pt modelId="{EFC8E934-B455-4B54-8150-97A1A266135C}" type="sibTrans" cxnId="{C188ED5A-A1D3-4A09-824D-8D0D35C0FDCF}">
      <dgm:prSet/>
      <dgm:spPr/>
      <dgm:t>
        <a:bodyPr/>
        <a:lstStyle/>
        <a:p>
          <a:endParaRPr lang="en-US"/>
        </a:p>
      </dgm:t>
    </dgm:pt>
    <dgm:pt modelId="{4CD2975A-1956-40B7-AFB8-2969E9E4BBF5}">
      <dgm:prSet phldrT="[Text]" phldr="0"/>
      <dgm:spPr/>
      <dgm:t>
        <a:bodyPr/>
        <a:lstStyle/>
        <a:p>
          <a:pPr rtl="0"/>
          <a:r>
            <a:rPr lang="en-US"/>
            <a:t>Classify products by </a:t>
          </a:r>
          <a:r>
            <a:rPr lang="en-US" b="0"/>
            <a:t>volume, margin and profitability</a:t>
          </a:r>
          <a:r>
            <a:rPr lang="en-US"/>
            <a:t> and review the portfolio regularly to decide which products to promote, reprice or reposition.</a:t>
          </a:r>
        </a:p>
      </dgm:t>
    </dgm:pt>
    <dgm:pt modelId="{F33869A8-3996-4085-8539-2873B09E46D9}" type="parTrans" cxnId="{9D2EFE82-E14F-4521-B07C-4EEB36601A8F}">
      <dgm:prSet/>
      <dgm:spPr/>
      <dgm:t>
        <a:bodyPr/>
        <a:lstStyle/>
        <a:p>
          <a:endParaRPr lang="en-US"/>
        </a:p>
      </dgm:t>
    </dgm:pt>
    <dgm:pt modelId="{8E32D450-EDBE-4749-A054-D89B76967215}" type="sibTrans" cxnId="{9D2EFE82-E14F-4521-B07C-4EEB36601A8F}">
      <dgm:prSet/>
      <dgm:spPr/>
      <dgm:t>
        <a:bodyPr/>
        <a:lstStyle/>
        <a:p>
          <a:endParaRPr lang="en-US"/>
        </a:p>
      </dgm:t>
    </dgm:pt>
    <dgm:pt modelId="{9444C2A8-B9ED-4FB4-8FAA-E2B1E84B701F}">
      <dgm:prSet phldrT="[Text]" phldr="0"/>
      <dgm:spPr/>
      <dgm:t>
        <a:bodyPr/>
        <a:lstStyle/>
        <a:p>
          <a:pPr rtl="0"/>
          <a:r>
            <a:rPr lang="en-US" sz="2200" dirty="0"/>
            <a:t>Set Discount Guardrails</a:t>
          </a:r>
          <a:endParaRPr lang="en-US" sz="2200" dirty="0">
            <a:latin typeface="Arial"/>
          </a:endParaRPr>
        </a:p>
      </dgm:t>
    </dgm:pt>
    <dgm:pt modelId="{71A90612-B940-45AF-851E-2410BAA3FE4E}" type="parTrans" cxnId="{E4C75FFA-25C0-4001-96EE-38A426CD68B6}">
      <dgm:prSet/>
      <dgm:spPr/>
    </dgm:pt>
    <dgm:pt modelId="{E2D0D082-87D3-4F9E-8C84-7F12CDB8F197}" type="sibTrans" cxnId="{E4C75FFA-25C0-4001-96EE-38A426CD68B6}">
      <dgm:prSet/>
      <dgm:spPr/>
    </dgm:pt>
    <dgm:pt modelId="{424A1BD5-B977-4545-9214-E9119317A500}">
      <dgm:prSet phldrT="[Text]" phldr="0"/>
      <dgm:spPr/>
      <dgm:t>
        <a:bodyPr/>
        <a:lstStyle/>
        <a:p>
          <a:pPr rtl="0"/>
          <a:r>
            <a:rPr lang="en-US" dirty="0"/>
            <a:t>Create product-level discount thresholds and monitor whether promotions generate enough additional sales to justify the margin sacrificed.</a:t>
          </a:r>
          <a:endParaRPr lang="en-US" dirty="0">
            <a:latin typeface="Arial"/>
          </a:endParaRPr>
        </a:p>
      </dgm:t>
    </dgm:pt>
    <dgm:pt modelId="{4FF0268C-898E-4040-8E99-B73E5FF7FDB5}" type="parTrans" cxnId="{6B2FF3BF-5D51-4610-9573-9FF5D3DBE1BA}">
      <dgm:prSet/>
      <dgm:spPr/>
    </dgm:pt>
    <dgm:pt modelId="{BE7EA5BD-7156-4225-93C1-D7C3584C5A03}" type="sibTrans" cxnId="{6B2FF3BF-5D51-4610-9573-9FF5D3DBE1BA}">
      <dgm:prSet/>
      <dgm:spPr/>
    </dgm:pt>
    <dgm:pt modelId="{03E7C443-ABFE-4DB6-822F-F580DE4ADCD0}">
      <dgm:prSet phldrT="[Text]" phldr="0"/>
      <dgm:spPr/>
      <dgm:t>
        <a:bodyPr/>
        <a:lstStyle/>
        <a:p>
          <a:pPr rtl="0"/>
          <a:r>
            <a:rPr lang="en-US" sz="2200" dirty="0"/>
            <a:t>Build Predictive Demand &amp; Personalization</a:t>
          </a:r>
          <a:endParaRPr lang="en-US" sz="2200" dirty="0">
            <a:latin typeface="Arial"/>
          </a:endParaRPr>
        </a:p>
      </dgm:t>
    </dgm:pt>
    <dgm:pt modelId="{FCED9CEA-E65F-4763-A95E-D87263EF9078}" type="parTrans" cxnId="{6609531F-CE69-4543-B704-7B9FD3A7D43E}">
      <dgm:prSet/>
      <dgm:spPr/>
    </dgm:pt>
    <dgm:pt modelId="{DFB3CF8A-5F22-43DD-A7CF-42D90C7D85E9}" type="sibTrans" cxnId="{6609531F-CE69-4543-B704-7B9FD3A7D43E}">
      <dgm:prSet/>
      <dgm:spPr/>
    </dgm:pt>
    <dgm:pt modelId="{533F0472-F02D-44BE-92E8-6DD639492F85}">
      <dgm:prSet phldrT="[Text]" phldr="0"/>
      <dgm:spPr/>
      <dgm:t>
        <a:bodyPr/>
        <a:lstStyle/>
        <a:p>
          <a:pPr rtl="0"/>
          <a:r>
            <a:rPr lang="en-US" dirty="0"/>
            <a:t>Use historical sales and customer </a:t>
          </a:r>
          <a:r>
            <a:rPr lang="en-US" dirty="0" err="1"/>
            <a:t>behaviour</a:t>
          </a:r>
          <a:r>
            <a:rPr lang="en-US" dirty="0"/>
            <a:t> to forecast demand and develop </a:t>
          </a:r>
          <a:r>
            <a:rPr lang="en-US" b="0" dirty="0"/>
            <a:t>targeted bundles and offers</a:t>
          </a:r>
          <a:r>
            <a:rPr lang="en-US" dirty="0"/>
            <a:t> for different customer segments.</a:t>
          </a:r>
          <a:endParaRPr lang="en-US" dirty="0">
            <a:latin typeface="Arial"/>
          </a:endParaRPr>
        </a:p>
      </dgm:t>
    </dgm:pt>
    <dgm:pt modelId="{4D94B1D5-83D7-4883-B4C2-E201661E1847}" type="parTrans" cxnId="{1C5B5740-26DF-4BB3-9931-D7AE53AB20D3}">
      <dgm:prSet/>
      <dgm:spPr/>
    </dgm:pt>
    <dgm:pt modelId="{FD2C689B-9E8B-4E24-ADC1-E38CB631569F}" type="sibTrans" cxnId="{1C5B5740-26DF-4BB3-9931-D7AE53AB20D3}">
      <dgm:prSet/>
      <dgm:spPr/>
    </dgm:pt>
    <dgm:pt modelId="{BD94491D-D050-4B3C-9419-BC61DF0DEDB7}" type="pres">
      <dgm:prSet presAssocID="{ACFE81B2-1937-4D78-A04E-5914BE95E584}" presName="linear" presStyleCnt="0">
        <dgm:presLayoutVars>
          <dgm:animLvl val="lvl"/>
          <dgm:resizeHandles val="exact"/>
        </dgm:presLayoutVars>
      </dgm:prSet>
      <dgm:spPr/>
    </dgm:pt>
    <dgm:pt modelId="{5728B4BD-FA3C-4528-A26B-9D77E9DD5AFD}" type="pres">
      <dgm:prSet presAssocID="{93AE62C4-0ADB-408F-9AC3-1D758A5936B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BA61E4-5394-4A47-9C78-C0B1BAE85281}" type="pres">
      <dgm:prSet presAssocID="{93AE62C4-0ADB-408F-9AC3-1D758A5936B3}" presName="childText" presStyleLbl="revTx" presStyleIdx="0" presStyleCnt="4">
        <dgm:presLayoutVars>
          <dgm:bulletEnabled val="1"/>
        </dgm:presLayoutVars>
      </dgm:prSet>
      <dgm:spPr/>
    </dgm:pt>
    <dgm:pt modelId="{9BEC40C9-934D-499F-83A8-71DC83EB7E56}" type="pres">
      <dgm:prSet presAssocID="{FF548DD7-D44D-4105-9FFF-D6F31079109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8147E23-785D-4BA9-90B1-D9B65F4D489F}" type="pres">
      <dgm:prSet presAssocID="{FF548DD7-D44D-4105-9FFF-D6F310791096}" presName="childText" presStyleLbl="revTx" presStyleIdx="1" presStyleCnt="4">
        <dgm:presLayoutVars>
          <dgm:bulletEnabled val="1"/>
        </dgm:presLayoutVars>
      </dgm:prSet>
      <dgm:spPr/>
    </dgm:pt>
    <dgm:pt modelId="{469F4F42-E113-4CDB-A3BD-0541D635CE1B}" type="pres">
      <dgm:prSet presAssocID="{9444C2A8-B9ED-4FB4-8FAA-E2B1E84B701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4B57D14-3C8F-427F-8392-E35B720EF1A8}" type="pres">
      <dgm:prSet presAssocID="{9444C2A8-B9ED-4FB4-8FAA-E2B1E84B701F}" presName="childText" presStyleLbl="revTx" presStyleIdx="2" presStyleCnt="4">
        <dgm:presLayoutVars>
          <dgm:bulletEnabled val="1"/>
        </dgm:presLayoutVars>
      </dgm:prSet>
      <dgm:spPr/>
    </dgm:pt>
    <dgm:pt modelId="{2102B4B9-039D-40B8-BC44-814FC44975D5}" type="pres">
      <dgm:prSet presAssocID="{03E7C443-ABFE-4DB6-822F-F580DE4ADCD0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F5F193D-C965-41E9-9C38-79E9CE207253}" type="pres">
      <dgm:prSet presAssocID="{03E7C443-ABFE-4DB6-822F-F580DE4ADCD0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6609531F-CE69-4543-B704-7B9FD3A7D43E}" srcId="{ACFE81B2-1937-4D78-A04E-5914BE95E584}" destId="{03E7C443-ABFE-4DB6-822F-F580DE4ADCD0}" srcOrd="3" destOrd="0" parTransId="{FCED9CEA-E65F-4763-A95E-D87263EF9078}" sibTransId="{DFB3CF8A-5F22-43DD-A7CF-42D90C7D85E9}"/>
    <dgm:cxn modelId="{614BF62D-9B85-48AC-9F9C-6611A7DADA4B}" type="presOf" srcId="{93AE62C4-0ADB-408F-9AC3-1D758A5936B3}" destId="{5728B4BD-FA3C-4528-A26B-9D77E9DD5AFD}" srcOrd="0" destOrd="0" presId="urn:microsoft.com/office/officeart/2005/8/layout/vList2"/>
    <dgm:cxn modelId="{1C5B5740-26DF-4BB3-9931-D7AE53AB20D3}" srcId="{03E7C443-ABFE-4DB6-822F-F580DE4ADCD0}" destId="{533F0472-F02D-44BE-92E8-6DD639492F85}" srcOrd="0" destOrd="0" parTransId="{4D94B1D5-83D7-4883-B4C2-E201661E1847}" sibTransId="{FD2C689B-9E8B-4E24-ADC1-E38CB631569F}"/>
    <dgm:cxn modelId="{BC1EE341-A47B-4F23-9D1A-7D3F35AE422A}" type="presOf" srcId="{03E7C443-ABFE-4DB6-822F-F580DE4ADCD0}" destId="{2102B4B9-039D-40B8-BC44-814FC44975D5}" srcOrd="0" destOrd="0" presId="urn:microsoft.com/office/officeart/2005/8/layout/vList2"/>
    <dgm:cxn modelId="{C188ED5A-A1D3-4A09-824D-8D0D35C0FDCF}" srcId="{ACFE81B2-1937-4D78-A04E-5914BE95E584}" destId="{FF548DD7-D44D-4105-9FFF-D6F310791096}" srcOrd="1" destOrd="0" parTransId="{912B8378-DBE3-4D47-ADFA-8589B6278B23}" sibTransId="{EFC8E934-B455-4B54-8150-97A1A266135C}"/>
    <dgm:cxn modelId="{4E909C7F-6E4C-4FC4-A140-33FE56789566}" srcId="{93AE62C4-0ADB-408F-9AC3-1D758A5936B3}" destId="{12C429EB-67CF-430B-91F3-6044AD816D02}" srcOrd="0" destOrd="0" parTransId="{D22D53AB-26D0-4FCC-AFDC-65B879DDBC2A}" sibTransId="{C9215F44-89CF-400A-A9E3-E7065480D773}"/>
    <dgm:cxn modelId="{9D2EFE82-E14F-4521-B07C-4EEB36601A8F}" srcId="{FF548DD7-D44D-4105-9FFF-D6F310791096}" destId="{4CD2975A-1956-40B7-AFB8-2969E9E4BBF5}" srcOrd="0" destOrd="0" parTransId="{F33869A8-3996-4085-8539-2873B09E46D9}" sibTransId="{8E32D450-EDBE-4749-A054-D89B76967215}"/>
    <dgm:cxn modelId="{3FA30189-B22F-415A-8483-900CC926679E}" srcId="{ACFE81B2-1937-4D78-A04E-5914BE95E584}" destId="{93AE62C4-0ADB-408F-9AC3-1D758A5936B3}" srcOrd="0" destOrd="0" parTransId="{C446C9D8-49AC-406A-B8E4-364CBAE5EF54}" sibTransId="{9B7ECC59-7650-469E-9642-070E1BACFFD6}"/>
    <dgm:cxn modelId="{3CD1648D-87B9-4EF4-A07E-CB4873A9C472}" type="presOf" srcId="{533F0472-F02D-44BE-92E8-6DD639492F85}" destId="{AF5F193D-C965-41E9-9C38-79E9CE207253}" srcOrd="0" destOrd="0" presId="urn:microsoft.com/office/officeart/2005/8/layout/vList2"/>
    <dgm:cxn modelId="{8AE102A1-F886-41CC-82F1-7AA3A3104C48}" type="presOf" srcId="{FF548DD7-D44D-4105-9FFF-D6F310791096}" destId="{9BEC40C9-934D-499F-83A8-71DC83EB7E56}" srcOrd="0" destOrd="0" presId="urn:microsoft.com/office/officeart/2005/8/layout/vList2"/>
    <dgm:cxn modelId="{6B2FF3BF-5D51-4610-9573-9FF5D3DBE1BA}" srcId="{9444C2A8-B9ED-4FB4-8FAA-E2B1E84B701F}" destId="{424A1BD5-B977-4545-9214-E9119317A500}" srcOrd="0" destOrd="0" parTransId="{4FF0268C-898E-4040-8E99-B73E5FF7FDB5}" sibTransId="{BE7EA5BD-7156-4225-93C1-D7C3584C5A03}"/>
    <dgm:cxn modelId="{8AD2E0C3-783D-4B91-80AB-F991F1E3F72F}" type="presOf" srcId="{12C429EB-67CF-430B-91F3-6044AD816D02}" destId="{17BA61E4-5394-4A47-9C78-C0B1BAE85281}" srcOrd="0" destOrd="0" presId="urn:microsoft.com/office/officeart/2005/8/layout/vList2"/>
    <dgm:cxn modelId="{2C84E1CB-4BB5-4D1C-BCD4-85A205B6E900}" type="presOf" srcId="{424A1BD5-B977-4545-9214-E9119317A500}" destId="{24B57D14-3C8F-427F-8392-E35B720EF1A8}" srcOrd="0" destOrd="0" presId="urn:microsoft.com/office/officeart/2005/8/layout/vList2"/>
    <dgm:cxn modelId="{7D3554D2-649C-4812-A3B7-24B3D8C26005}" type="presOf" srcId="{4CD2975A-1956-40B7-AFB8-2969E9E4BBF5}" destId="{18147E23-785D-4BA9-90B1-D9B65F4D489F}" srcOrd="0" destOrd="0" presId="urn:microsoft.com/office/officeart/2005/8/layout/vList2"/>
    <dgm:cxn modelId="{E31AF2D3-F179-48DA-A301-CCB20219C8FA}" type="presOf" srcId="{ACFE81B2-1937-4D78-A04E-5914BE95E584}" destId="{BD94491D-D050-4B3C-9419-BC61DF0DEDB7}" srcOrd="0" destOrd="0" presId="urn:microsoft.com/office/officeart/2005/8/layout/vList2"/>
    <dgm:cxn modelId="{812360F3-43B8-4A88-A7F9-316AF21CCAAD}" type="presOf" srcId="{9444C2A8-B9ED-4FB4-8FAA-E2B1E84B701F}" destId="{469F4F42-E113-4CDB-A3BD-0541D635CE1B}" srcOrd="0" destOrd="0" presId="urn:microsoft.com/office/officeart/2005/8/layout/vList2"/>
    <dgm:cxn modelId="{E4C75FFA-25C0-4001-96EE-38A426CD68B6}" srcId="{ACFE81B2-1937-4D78-A04E-5914BE95E584}" destId="{9444C2A8-B9ED-4FB4-8FAA-E2B1E84B701F}" srcOrd="2" destOrd="0" parTransId="{71A90612-B940-45AF-851E-2410BAA3FE4E}" sibTransId="{E2D0D082-87D3-4F9E-8C84-7F12CDB8F197}"/>
    <dgm:cxn modelId="{75085676-3CDF-400D-A521-9F67820FC2BE}" type="presParOf" srcId="{BD94491D-D050-4B3C-9419-BC61DF0DEDB7}" destId="{5728B4BD-FA3C-4528-A26B-9D77E9DD5AFD}" srcOrd="0" destOrd="0" presId="urn:microsoft.com/office/officeart/2005/8/layout/vList2"/>
    <dgm:cxn modelId="{FC4C817A-700A-41AF-BED9-F8BC5B7C0FEE}" type="presParOf" srcId="{BD94491D-D050-4B3C-9419-BC61DF0DEDB7}" destId="{17BA61E4-5394-4A47-9C78-C0B1BAE85281}" srcOrd="1" destOrd="0" presId="urn:microsoft.com/office/officeart/2005/8/layout/vList2"/>
    <dgm:cxn modelId="{C6ADCA08-2A26-4B3D-9A29-CC9B999D5A3E}" type="presParOf" srcId="{BD94491D-D050-4B3C-9419-BC61DF0DEDB7}" destId="{9BEC40C9-934D-499F-83A8-71DC83EB7E56}" srcOrd="2" destOrd="0" presId="urn:microsoft.com/office/officeart/2005/8/layout/vList2"/>
    <dgm:cxn modelId="{A427295C-217F-4EAF-A12B-DA9324251428}" type="presParOf" srcId="{BD94491D-D050-4B3C-9419-BC61DF0DEDB7}" destId="{18147E23-785D-4BA9-90B1-D9B65F4D489F}" srcOrd="3" destOrd="0" presId="urn:microsoft.com/office/officeart/2005/8/layout/vList2"/>
    <dgm:cxn modelId="{7B4F8CA7-EC7A-4C8B-9A3B-A7B7F5FACAEB}" type="presParOf" srcId="{BD94491D-D050-4B3C-9419-BC61DF0DEDB7}" destId="{469F4F42-E113-4CDB-A3BD-0541D635CE1B}" srcOrd="4" destOrd="0" presId="urn:microsoft.com/office/officeart/2005/8/layout/vList2"/>
    <dgm:cxn modelId="{7C5A5A96-A307-4724-96BD-2504FE0D5E9B}" type="presParOf" srcId="{BD94491D-D050-4B3C-9419-BC61DF0DEDB7}" destId="{24B57D14-3C8F-427F-8392-E35B720EF1A8}" srcOrd="5" destOrd="0" presId="urn:microsoft.com/office/officeart/2005/8/layout/vList2"/>
    <dgm:cxn modelId="{70FFEB9E-FF80-4AC3-8CDE-C9336C542192}" type="presParOf" srcId="{BD94491D-D050-4B3C-9419-BC61DF0DEDB7}" destId="{2102B4B9-039D-40B8-BC44-814FC44975D5}" srcOrd="6" destOrd="0" presId="urn:microsoft.com/office/officeart/2005/8/layout/vList2"/>
    <dgm:cxn modelId="{F883B22C-5F20-4853-8EA8-0B03B15CF9A8}" type="presParOf" srcId="{BD94491D-D050-4B3C-9419-BC61DF0DEDB7}" destId="{AF5F193D-C965-41E9-9C38-79E9CE207253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354B1-8436-4622-BB2B-A3110D253EF7}">
      <dsp:nvSpPr>
        <dsp:cNvPr id="0" name=""/>
        <dsp:cNvSpPr/>
      </dsp:nvSpPr>
      <dsp:spPr>
        <a:xfrm>
          <a:off x="4773" y="2172620"/>
          <a:ext cx="1479856" cy="591942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" tIns="21336" rIns="10668" bIns="21336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  <a:latin typeface="Arial"/>
            </a:rPr>
            <a:t>Product Category</a:t>
          </a:r>
        </a:p>
      </dsp:txBody>
      <dsp:txXfrm>
        <a:off x="4773" y="2172620"/>
        <a:ext cx="1331871" cy="591942"/>
      </dsp:txXfrm>
    </dsp:sp>
    <dsp:sp modelId="{71801729-9D47-432E-BB2C-7A92882BC1C9}">
      <dsp:nvSpPr>
        <dsp:cNvPr id="0" name=""/>
        <dsp:cNvSpPr/>
      </dsp:nvSpPr>
      <dsp:spPr>
        <a:xfrm>
          <a:off x="1188659" y="2172620"/>
          <a:ext cx="1479856" cy="59194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  <a:latin typeface="Arial"/>
            </a:rPr>
            <a:t>Discount</a:t>
          </a:r>
          <a:r>
            <a:rPr lang="en-US" sz="800" kern="1200" dirty="0">
              <a:solidFill>
                <a:schemeClr val="tx1"/>
              </a:solidFill>
              <a:latin typeface="Arial"/>
            </a:rPr>
            <a:t> Impact</a:t>
          </a:r>
        </a:p>
      </dsp:txBody>
      <dsp:txXfrm>
        <a:off x="1484630" y="2172620"/>
        <a:ext cx="887914" cy="591942"/>
      </dsp:txXfrm>
    </dsp:sp>
    <dsp:sp modelId="{90BA2F37-26C4-4B52-8E58-C4DAF6D13B0D}">
      <dsp:nvSpPr>
        <dsp:cNvPr id="0" name=""/>
        <dsp:cNvSpPr/>
      </dsp:nvSpPr>
      <dsp:spPr>
        <a:xfrm>
          <a:off x="2372544" y="2172620"/>
          <a:ext cx="1479856" cy="59194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Volume vs Profitability</a:t>
          </a:r>
          <a:endParaRPr lang="en-US" sz="800" kern="1200" dirty="0">
            <a:solidFill>
              <a:schemeClr val="tx1"/>
            </a:solidFill>
            <a:latin typeface="Arial"/>
          </a:endParaRPr>
        </a:p>
      </dsp:txBody>
      <dsp:txXfrm>
        <a:off x="2668515" y="2172620"/>
        <a:ext cx="887914" cy="591942"/>
      </dsp:txXfrm>
    </dsp:sp>
    <dsp:sp modelId="{B8003258-5C79-40E4-A0A2-25CC72E9B74D}">
      <dsp:nvSpPr>
        <dsp:cNvPr id="0" name=""/>
        <dsp:cNvSpPr/>
      </dsp:nvSpPr>
      <dsp:spPr>
        <a:xfrm>
          <a:off x="3556429" y="2172620"/>
          <a:ext cx="1479856" cy="59194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/>
              </a:solidFill>
            </a:rPr>
            <a:t>Pricing </a:t>
          </a:r>
          <a:r>
            <a:rPr lang="en-US" sz="800" kern="1200" dirty="0">
              <a:solidFill>
                <a:schemeClr val="tx1"/>
              </a:solidFill>
            </a:rPr>
            <a:t>Opportunities</a:t>
          </a:r>
          <a:endParaRPr lang="en-US" sz="800" kern="1200" dirty="0"/>
        </a:p>
      </dsp:txBody>
      <dsp:txXfrm>
        <a:off x="3852400" y="2172620"/>
        <a:ext cx="887914" cy="591942"/>
      </dsp:txXfrm>
    </dsp:sp>
    <dsp:sp modelId="{931EB6B3-9A58-46F7-ABE8-A6C0E30818FD}">
      <dsp:nvSpPr>
        <dsp:cNvPr id="0" name=""/>
        <dsp:cNvSpPr/>
      </dsp:nvSpPr>
      <dsp:spPr>
        <a:xfrm>
          <a:off x="4740315" y="2172620"/>
          <a:ext cx="1479856" cy="59194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solidFill>
                <a:schemeClr val="tx1">
                  <a:lumMod val="95000"/>
                  <a:lumOff val="5000"/>
                </a:schemeClr>
              </a:solidFill>
            </a:rPr>
            <a:t>Promotion &amp;</a:t>
          </a:r>
          <a:r>
            <a:rPr lang="en-US" sz="800" kern="1200" dirty="0">
              <a:solidFill>
                <a:schemeClr val="tx1">
                  <a:lumMod val="95000"/>
                  <a:lumOff val="5000"/>
                </a:schemeClr>
              </a:solidFill>
            </a:rPr>
            <a:t> </a:t>
          </a:r>
          <a:r>
            <a:rPr lang="en-US" sz="800" kern="1200">
              <a:solidFill>
                <a:schemeClr val="tx1">
                  <a:lumMod val="95000"/>
                  <a:lumOff val="5000"/>
                </a:schemeClr>
              </a:solidFill>
            </a:rPr>
            <a:t>Bundling</a:t>
          </a:r>
          <a:endParaRPr lang="en-US" sz="8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5036286" y="2172620"/>
        <a:ext cx="887914" cy="591942"/>
      </dsp:txXfrm>
    </dsp:sp>
    <dsp:sp modelId="{C6B14929-FE11-4183-BAE7-2157405564F7}">
      <dsp:nvSpPr>
        <dsp:cNvPr id="0" name=""/>
        <dsp:cNvSpPr/>
      </dsp:nvSpPr>
      <dsp:spPr>
        <a:xfrm>
          <a:off x="5924200" y="2172620"/>
          <a:ext cx="1479856" cy="59194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  <a:latin typeface="Arial"/>
            </a:rPr>
            <a:t> Seasonal</a:t>
          </a:r>
          <a:endParaRPr lang="en-US" sz="800" kern="1200" dirty="0">
            <a:solidFill>
              <a:schemeClr val="tx1"/>
            </a:solidFill>
          </a:endParaRPr>
        </a:p>
      </dsp:txBody>
      <dsp:txXfrm>
        <a:off x="6220171" y="2172620"/>
        <a:ext cx="887914" cy="591942"/>
      </dsp:txXfrm>
    </dsp:sp>
    <dsp:sp modelId="{6E8BC6EB-9BD7-4BFB-9EEA-F1C9B8FEB743}">
      <dsp:nvSpPr>
        <dsp:cNvPr id="0" name=""/>
        <dsp:cNvSpPr/>
      </dsp:nvSpPr>
      <dsp:spPr>
        <a:xfrm>
          <a:off x="7108086" y="2172620"/>
          <a:ext cx="1479856" cy="59194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  <a:latin typeface="Arial"/>
            </a:rPr>
            <a:t>Payment Mode &amp; Segmentation</a:t>
          </a:r>
        </a:p>
      </dsp:txBody>
      <dsp:txXfrm>
        <a:off x="7404057" y="2172620"/>
        <a:ext cx="887914" cy="591942"/>
      </dsp:txXfrm>
    </dsp:sp>
    <dsp:sp modelId="{C2FA0398-5004-49F3-8560-B9B8ACAE212F}">
      <dsp:nvSpPr>
        <dsp:cNvPr id="0" name=""/>
        <dsp:cNvSpPr/>
      </dsp:nvSpPr>
      <dsp:spPr>
        <a:xfrm>
          <a:off x="8291971" y="2172620"/>
          <a:ext cx="1479856" cy="591942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tx1"/>
              </a:solidFill>
              <a:latin typeface="Arial"/>
            </a:rPr>
            <a:t>Recommendation</a:t>
          </a:r>
        </a:p>
      </dsp:txBody>
      <dsp:txXfrm>
        <a:off x="8587942" y="2172620"/>
        <a:ext cx="887914" cy="5919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2E40C8-A894-46DD-97FE-0303701F6FD9}">
      <dsp:nvSpPr>
        <dsp:cNvPr id="0" name=""/>
        <dsp:cNvSpPr/>
      </dsp:nvSpPr>
      <dsp:spPr>
        <a:xfrm>
          <a:off x="0" y="109875"/>
          <a:ext cx="5221157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Inter SemiBold"/>
              <a:ea typeface="Inter SemiBold"/>
            </a:rPr>
            <a:t>Protect Margin on High-Demand Products</a:t>
          </a:r>
        </a:p>
      </dsp:txBody>
      <dsp:txXfrm>
        <a:off x="19904" y="129779"/>
        <a:ext cx="5181349" cy="367937"/>
      </dsp:txXfrm>
    </dsp:sp>
    <dsp:sp modelId="{FA21D4F5-E170-48AE-9286-47F20AC8ABF4}">
      <dsp:nvSpPr>
        <dsp:cNvPr id="0" name=""/>
        <dsp:cNvSpPr/>
      </dsp:nvSpPr>
      <dsp:spPr>
        <a:xfrm>
          <a:off x="0" y="517620"/>
          <a:ext cx="5221157" cy="774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772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Inter"/>
              <a:ea typeface="Inter"/>
            </a:rPr>
            <a:t>Reduce discounting on products such as Veg Pizza, where strong demand is accompanied by a 27.73% margin and 11.81% average discount. Test a lower discount cap before considering price increases.</a:t>
          </a:r>
        </a:p>
      </dsp:txBody>
      <dsp:txXfrm>
        <a:off x="0" y="517620"/>
        <a:ext cx="5221157" cy="774180"/>
      </dsp:txXfrm>
    </dsp:sp>
    <dsp:sp modelId="{50EC75B2-4C10-449D-A33A-09DE47AF4B3E}">
      <dsp:nvSpPr>
        <dsp:cNvPr id="0" name=""/>
        <dsp:cNvSpPr/>
      </dsp:nvSpPr>
      <dsp:spPr>
        <a:xfrm>
          <a:off x="0" y="1291800"/>
          <a:ext cx="5221157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Inter SemiBold"/>
              <a:ea typeface="Inter SemiBold"/>
            </a:rPr>
            <a:t>Push High-Margin Products</a:t>
          </a:r>
        </a:p>
      </dsp:txBody>
      <dsp:txXfrm>
        <a:off x="19904" y="1311704"/>
        <a:ext cx="5181349" cy="367937"/>
      </dsp:txXfrm>
    </dsp:sp>
    <dsp:sp modelId="{FB9300D8-7F82-45BC-95CA-2F9466D2B69B}">
      <dsp:nvSpPr>
        <dsp:cNvPr id="0" name=""/>
        <dsp:cNvSpPr/>
      </dsp:nvSpPr>
      <dsp:spPr>
        <a:xfrm>
          <a:off x="0" y="1699545"/>
          <a:ext cx="5221157" cy="59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772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>
              <a:latin typeface="Inter"/>
              <a:ea typeface="Inter"/>
            </a:rPr>
            <a:t>Increase visibility of French Fries, Cold Coffee and other 40%+ margin products through app placements and targeted promotions to build demand without heavy discounting.</a:t>
          </a:r>
        </a:p>
      </dsp:txBody>
      <dsp:txXfrm>
        <a:off x="0" y="1699545"/>
        <a:ext cx="5221157" cy="598230"/>
      </dsp:txXfrm>
    </dsp:sp>
    <dsp:sp modelId="{F92B28B7-DE93-4B9F-9466-3F7890FFF359}">
      <dsp:nvSpPr>
        <dsp:cNvPr id="0" name=""/>
        <dsp:cNvSpPr/>
      </dsp:nvSpPr>
      <dsp:spPr>
        <a:xfrm>
          <a:off x="0" y="2297775"/>
          <a:ext cx="5221157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Inter SemiBold"/>
              <a:ea typeface="Inter SemiBold"/>
            </a:rPr>
            <a:t>Shift from Discounts to Bundles</a:t>
          </a:r>
        </a:p>
      </dsp:txBody>
      <dsp:txXfrm>
        <a:off x="19904" y="2317679"/>
        <a:ext cx="5181349" cy="367937"/>
      </dsp:txXfrm>
    </dsp:sp>
    <dsp:sp modelId="{AF6F5533-A05D-4604-A3E4-E8C60E9AD140}">
      <dsp:nvSpPr>
        <dsp:cNvPr id="0" name=""/>
        <dsp:cNvSpPr/>
      </dsp:nvSpPr>
      <dsp:spPr>
        <a:xfrm>
          <a:off x="0" y="2705520"/>
          <a:ext cx="5221157" cy="59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772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>
              <a:latin typeface="Inter"/>
              <a:ea typeface="Inter"/>
            </a:rPr>
            <a:t>Use combinations such as Paneer Roll + Cold Coffee and Garlic Bread + Iced Tea to increase basket value while pairing high-volume products with higher-margin items.</a:t>
          </a:r>
        </a:p>
      </dsp:txBody>
      <dsp:txXfrm>
        <a:off x="0" y="2705520"/>
        <a:ext cx="5221157" cy="598230"/>
      </dsp:txXfrm>
    </dsp:sp>
    <dsp:sp modelId="{ECBF4A6B-BD91-4703-9E9C-7DA5F09D4119}">
      <dsp:nvSpPr>
        <dsp:cNvPr id="0" name=""/>
        <dsp:cNvSpPr/>
      </dsp:nvSpPr>
      <dsp:spPr>
        <a:xfrm>
          <a:off x="0" y="3303750"/>
          <a:ext cx="5221157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Inter SemiBold"/>
              <a:ea typeface="Inter SemiBold"/>
            </a:rPr>
            <a:t>Use Targeted Digital Offers</a:t>
          </a:r>
          <a:endParaRPr lang="en-US" sz="1700" kern="1200" dirty="0">
            <a:latin typeface="Inter"/>
            <a:ea typeface="Inter"/>
          </a:endParaRPr>
        </a:p>
      </dsp:txBody>
      <dsp:txXfrm>
        <a:off x="19904" y="3323654"/>
        <a:ext cx="5181349" cy="367937"/>
      </dsp:txXfrm>
    </dsp:sp>
    <dsp:sp modelId="{FD2252AD-5E1E-44B3-AE04-EA8B18AE1A48}">
      <dsp:nvSpPr>
        <dsp:cNvPr id="0" name=""/>
        <dsp:cNvSpPr/>
      </dsp:nvSpPr>
      <dsp:spPr>
        <a:xfrm>
          <a:off x="0" y="3711495"/>
          <a:ext cx="5221157" cy="598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772" tIns="21590" rIns="120904" bIns="21590" numCol="1" spcCol="1270" anchor="t" anchorCtr="0">
          <a:noAutofit/>
        </a:bodyPr>
        <a:lstStyle/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>
              <a:latin typeface="Inter"/>
              <a:ea typeface="Inter"/>
            </a:rPr>
            <a:t>Use small, targeted incentives for digital-payment users instead of broad discounts, helping encourage adoption while keeping promotional costs controlled.</a:t>
          </a:r>
        </a:p>
      </dsp:txBody>
      <dsp:txXfrm>
        <a:off x="0" y="3711495"/>
        <a:ext cx="5221157" cy="5982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8B4BD-FA3C-4528-A26B-9D77E9DD5AFD}">
      <dsp:nvSpPr>
        <dsp:cNvPr id="0" name=""/>
        <dsp:cNvSpPr/>
      </dsp:nvSpPr>
      <dsp:spPr>
        <a:xfrm>
          <a:off x="0" y="27789"/>
          <a:ext cx="4886960" cy="444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Move Toward Data-Driven Pricing</a:t>
          </a:r>
        </a:p>
      </dsp:txBody>
      <dsp:txXfrm>
        <a:off x="21704" y="49493"/>
        <a:ext cx="4843552" cy="401192"/>
      </dsp:txXfrm>
    </dsp:sp>
    <dsp:sp modelId="{17BA61E4-5394-4A47-9C78-C0B1BAE85281}">
      <dsp:nvSpPr>
        <dsp:cNvPr id="0" name=""/>
        <dsp:cNvSpPr/>
      </dsp:nvSpPr>
      <dsp:spPr>
        <a:xfrm>
          <a:off x="0" y="472389"/>
          <a:ext cx="4886960" cy="648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6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Introduce demand- and margin-based pricing reviews to identify products with room for controlled price adjustments.</a:t>
          </a:r>
        </a:p>
      </dsp:txBody>
      <dsp:txXfrm>
        <a:off x="0" y="472389"/>
        <a:ext cx="4886960" cy="648944"/>
      </dsp:txXfrm>
    </dsp:sp>
    <dsp:sp modelId="{9BEC40C9-934D-499F-83A8-71DC83EB7E56}">
      <dsp:nvSpPr>
        <dsp:cNvPr id="0" name=""/>
        <dsp:cNvSpPr/>
      </dsp:nvSpPr>
      <dsp:spPr>
        <a:xfrm>
          <a:off x="0" y="1121335"/>
          <a:ext cx="4886960" cy="444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Establish a Menu Engineering Framework</a:t>
          </a:r>
        </a:p>
      </dsp:txBody>
      <dsp:txXfrm>
        <a:off x="21704" y="1143039"/>
        <a:ext cx="4843552" cy="401192"/>
      </dsp:txXfrm>
    </dsp:sp>
    <dsp:sp modelId="{18147E23-785D-4BA9-90B1-D9B65F4D489F}">
      <dsp:nvSpPr>
        <dsp:cNvPr id="0" name=""/>
        <dsp:cNvSpPr/>
      </dsp:nvSpPr>
      <dsp:spPr>
        <a:xfrm>
          <a:off x="0" y="1565935"/>
          <a:ext cx="4886960" cy="648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6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Classify products by </a:t>
          </a:r>
          <a:r>
            <a:rPr lang="en-US" sz="1500" b="0" kern="1200"/>
            <a:t>volume, margin and profitability</a:t>
          </a:r>
          <a:r>
            <a:rPr lang="en-US" sz="1500" kern="1200"/>
            <a:t> and review the portfolio regularly to decide which products to promote, reprice or reposition.</a:t>
          </a:r>
        </a:p>
      </dsp:txBody>
      <dsp:txXfrm>
        <a:off x="0" y="1565935"/>
        <a:ext cx="4886960" cy="648944"/>
      </dsp:txXfrm>
    </dsp:sp>
    <dsp:sp modelId="{469F4F42-E113-4CDB-A3BD-0541D635CE1B}">
      <dsp:nvSpPr>
        <dsp:cNvPr id="0" name=""/>
        <dsp:cNvSpPr/>
      </dsp:nvSpPr>
      <dsp:spPr>
        <a:xfrm>
          <a:off x="0" y="2214880"/>
          <a:ext cx="4886960" cy="444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Set Discount Guardrails</a:t>
          </a:r>
          <a:endParaRPr lang="en-US" sz="1900" kern="1200" dirty="0">
            <a:latin typeface="Arial"/>
          </a:endParaRPr>
        </a:p>
      </dsp:txBody>
      <dsp:txXfrm>
        <a:off x="21704" y="2236584"/>
        <a:ext cx="4843552" cy="401192"/>
      </dsp:txXfrm>
    </dsp:sp>
    <dsp:sp modelId="{24B57D14-3C8F-427F-8392-E35B720EF1A8}">
      <dsp:nvSpPr>
        <dsp:cNvPr id="0" name=""/>
        <dsp:cNvSpPr/>
      </dsp:nvSpPr>
      <dsp:spPr>
        <a:xfrm>
          <a:off x="0" y="2659479"/>
          <a:ext cx="4886960" cy="648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6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Create product-level discount thresholds and monitor whether promotions generate enough additional sales to justify the margin sacrificed.</a:t>
          </a:r>
          <a:endParaRPr lang="en-US" sz="1500" kern="1200" dirty="0">
            <a:latin typeface="Arial"/>
          </a:endParaRPr>
        </a:p>
      </dsp:txBody>
      <dsp:txXfrm>
        <a:off x="0" y="2659479"/>
        <a:ext cx="4886960" cy="648944"/>
      </dsp:txXfrm>
    </dsp:sp>
    <dsp:sp modelId="{2102B4B9-039D-40B8-BC44-814FC44975D5}">
      <dsp:nvSpPr>
        <dsp:cNvPr id="0" name=""/>
        <dsp:cNvSpPr/>
      </dsp:nvSpPr>
      <dsp:spPr>
        <a:xfrm>
          <a:off x="0" y="3308425"/>
          <a:ext cx="4886960" cy="4446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Build Predictive Demand &amp; Personalization</a:t>
          </a:r>
          <a:endParaRPr lang="en-US" sz="1900" kern="1200" dirty="0">
            <a:latin typeface="Arial"/>
          </a:endParaRPr>
        </a:p>
      </dsp:txBody>
      <dsp:txXfrm>
        <a:off x="21704" y="3330129"/>
        <a:ext cx="4843552" cy="401192"/>
      </dsp:txXfrm>
    </dsp:sp>
    <dsp:sp modelId="{AF5F193D-C965-41E9-9C38-79E9CE207253}">
      <dsp:nvSpPr>
        <dsp:cNvPr id="0" name=""/>
        <dsp:cNvSpPr/>
      </dsp:nvSpPr>
      <dsp:spPr>
        <a:xfrm>
          <a:off x="0" y="3753025"/>
          <a:ext cx="4886960" cy="6489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5161" tIns="24130" rIns="135128" bIns="24130" numCol="1" spcCol="1270" anchor="t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Use historical sales and customer </a:t>
          </a:r>
          <a:r>
            <a:rPr lang="en-US" sz="1500" kern="1200" dirty="0" err="1"/>
            <a:t>behaviour</a:t>
          </a:r>
          <a:r>
            <a:rPr lang="en-US" sz="1500" kern="1200" dirty="0"/>
            <a:t> to forecast demand and develop </a:t>
          </a:r>
          <a:r>
            <a:rPr lang="en-US" sz="1500" b="0" kern="1200" dirty="0"/>
            <a:t>targeted bundles and offers</a:t>
          </a:r>
          <a:r>
            <a:rPr lang="en-US" sz="1500" kern="1200" dirty="0"/>
            <a:t> for different customer segments.</a:t>
          </a:r>
          <a:endParaRPr lang="en-US" sz="1500" kern="1200" dirty="0">
            <a:latin typeface="Arial"/>
          </a:endParaRPr>
        </a:p>
      </dsp:txBody>
      <dsp:txXfrm>
        <a:off x="0" y="3753025"/>
        <a:ext cx="4886960" cy="6489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EE82C711-5A40-3405-561D-E1299A841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7:notes">
            <a:extLst>
              <a:ext uri="{FF2B5EF4-FFF2-40B4-BE49-F238E27FC236}">
                <a16:creationId xmlns:a16="http://schemas.microsoft.com/office/drawing/2014/main" id="{FB73BB60-0552-8BF8-51CD-2287972154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7:notes">
            <a:extLst>
              <a:ext uri="{FF2B5EF4-FFF2-40B4-BE49-F238E27FC236}">
                <a16:creationId xmlns:a16="http://schemas.microsoft.com/office/drawing/2014/main" id="{FEBB3F76-69DF-E31B-C6D3-3E40BB1E2E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0069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CAC1A32F-B0A7-37C5-9777-BA33C361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8:notes">
            <a:extLst>
              <a:ext uri="{FF2B5EF4-FFF2-40B4-BE49-F238E27FC236}">
                <a16:creationId xmlns:a16="http://schemas.microsoft.com/office/drawing/2014/main" id="{F66D9620-4AE6-D885-82F5-432F46BAF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>
            <a:extLst>
              <a:ext uri="{FF2B5EF4-FFF2-40B4-BE49-F238E27FC236}">
                <a16:creationId xmlns:a16="http://schemas.microsoft.com/office/drawing/2014/main" id="{3D7EC331-FA88-9015-0478-36D1CA2D9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1451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>
          <a:extLst>
            <a:ext uri="{FF2B5EF4-FFF2-40B4-BE49-F238E27FC236}">
              <a16:creationId xmlns:a16="http://schemas.microsoft.com/office/drawing/2014/main" id="{A61B8686-7176-2871-E224-DC50EEC89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9:notes">
            <a:extLst>
              <a:ext uri="{FF2B5EF4-FFF2-40B4-BE49-F238E27FC236}">
                <a16:creationId xmlns:a16="http://schemas.microsoft.com/office/drawing/2014/main" id="{90D8E3C8-FD04-D08F-CE51-14F4308126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9:notes">
            <a:extLst>
              <a:ext uri="{FF2B5EF4-FFF2-40B4-BE49-F238E27FC236}">
                <a16:creationId xmlns:a16="http://schemas.microsoft.com/office/drawing/2014/main" id="{8513C0FF-2491-BEA9-77CF-63CC9AAD6F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6716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diagramLayout" Target="../diagrams/layout1.xml"/><Relationship Id="rId3" Type="http://schemas.openxmlformats.org/officeDocument/2006/relationships/image" Target="../media/image11.png"/><Relationship Id="rId21" Type="http://schemas.openxmlformats.org/officeDocument/2006/relationships/image" Target="../media/image28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diagramData" Target="../diagrams/data1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5" Type="http://schemas.openxmlformats.org/officeDocument/2006/relationships/image" Target="../media/image13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diagramColors" Target="../diagrams/colors1.xml"/><Relationship Id="rId10" Type="http://schemas.openxmlformats.org/officeDocument/2006/relationships/image" Target="../media/image7.png"/><Relationship Id="rId19" Type="http://schemas.openxmlformats.org/officeDocument/2006/relationships/image" Target="../media/image26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3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12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chart" Target="../charts/chart3.xml"/><Relationship Id="rId5" Type="http://schemas.openxmlformats.org/officeDocument/2006/relationships/image" Target="../media/image37.png"/><Relationship Id="rId10" Type="http://schemas.openxmlformats.org/officeDocument/2006/relationships/image" Target="../media/image35.png"/><Relationship Id="rId4" Type="http://schemas.openxmlformats.org/officeDocument/2006/relationships/image" Target="../media/image36.png"/><Relationship Id="rId9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3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chart" Target="../charts/char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9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chart" Target="../charts/chart6.xml"/><Relationship Id="rId5" Type="http://schemas.openxmlformats.org/officeDocument/2006/relationships/image" Target="../media/image41.png"/><Relationship Id="rId10" Type="http://schemas.openxmlformats.org/officeDocument/2006/relationships/image" Target="../media/image42.png"/><Relationship Id="rId4" Type="http://schemas.openxmlformats.org/officeDocument/2006/relationships/image" Target="../media/image4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34.png"/><Relationship Id="rId3" Type="http://schemas.openxmlformats.org/officeDocument/2006/relationships/image" Target="../media/image39.png"/><Relationship Id="rId7" Type="http://schemas.openxmlformats.org/officeDocument/2006/relationships/image" Target="../media/image7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chart" Target="../charts/chart7.xml"/><Relationship Id="rId15" Type="http://schemas.openxmlformats.org/officeDocument/2006/relationships/image" Target="../media/image35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50.svg"/><Relationship Id="rId18" Type="http://schemas.microsoft.com/office/2007/relationships/diagramDrawing" Target="../diagrams/drawing3.xml"/><Relationship Id="rId3" Type="http://schemas.openxmlformats.org/officeDocument/2006/relationships/image" Target="../media/image11.png"/><Relationship Id="rId7" Type="http://schemas.openxmlformats.org/officeDocument/2006/relationships/diagramData" Target="../diagrams/data2.xml"/><Relationship Id="rId12" Type="http://schemas.openxmlformats.org/officeDocument/2006/relationships/image" Target="../media/image5.png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11.xml"/><Relationship Id="rId16" Type="http://schemas.openxmlformats.org/officeDocument/2006/relationships/diagramQuickStyle" Target="../diagrams/quickStyl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microsoft.com/office/2007/relationships/diagramDrawing" Target="../diagrams/drawing2.xml"/><Relationship Id="rId5" Type="http://schemas.openxmlformats.org/officeDocument/2006/relationships/image" Target="../media/image7.png"/><Relationship Id="rId15" Type="http://schemas.openxmlformats.org/officeDocument/2006/relationships/diagramLayout" Target="../diagrams/layout3.xml"/><Relationship Id="rId10" Type="http://schemas.openxmlformats.org/officeDocument/2006/relationships/diagramColors" Target="../diagrams/colors2.xml"/><Relationship Id="rId4" Type="http://schemas.openxmlformats.org/officeDocument/2006/relationships/image" Target="../media/image48.png"/><Relationship Id="rId9" Type="http://schemas.openxmlformats.org/officeDocument/2006/relationships/diagramQuickStyle" Target="../diagrams/quickStyle2.xml"/><Relationship Id="rId1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5575" y="1716783"/>
            <a:ext cx="7455300" cy="12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5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TASTYBITES PRODUCT PRICING &amp;</a:t>
            </a:r>
            <a:endParaRPr sz="3450">
              <a:solidFill>
                <a:srgbClr val="1E3A8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450">
                <a:solidFill>
                  <a:srgbClr val="1E3A8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PROFITABILITY ANALYSIS</a:t>
            </a:r>
            <a:endParaRPr sz="3450">
              <a:solidFill>
                <a:srgbClr val="1E3A8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26575" y="3196648"/>
            <a:ext cx="5172000" cy="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Comprehensive Financial Performance, Discount Optimization &amp; Menu Strategy Analysis (March 2024 – February 2026)</a:t>
            </a:r>
            <a:endParaRPr sz="1500"/>
          </a:p>
        </p:txBody>
      </p:sp>
      <p:sp>
        <p:nvSpPr>
          <p:cNvPr id="88" name="Google Shape;88;p13"/>
          <p:cNvSpPr/>
          <p:nvPr/>
        </p:nvSpPr>
        <p:spPr>
          <a:xfrm>
            <a:off x="326575" y="591900"/>
            <a:ext cx="2775900" cy="381000"/>
          </a:xfrm>
          <a:prstGeom prst="roundRect">
            <a:avLst>
              <a:gd name="adj" fmla="val 16667"/>
            </a:avLst>
          </a:prstGeom>
          <a:solidFill>
            <a:srgbClr val="E2E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  <a:latin typeface="Inter Black"/>
                <a:ea typeface="Inter Black"/>
                <a:cs typeface="Inter Black"/>
                <a:sym typeface="Inter Black"/>
              </a:rPr>
              <a:t>EXECUTIVE BUSINESS REPORT</a:t>
            </a:r>
            <a:endParaRPr sz="1100">
              <a:solidFill>
                <a:srgbClr val="4F46E5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8223" y="591900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26575" y="4045650"/>
            <a:ext cx="31905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BY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26575" y="4217100"/>
            <a:ext cx="3038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Agamya Jain | Business Analyst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517450" y="4045650"/>
            <a:ext cx="31905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DEPARTMENT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517450" y="4217100"/>
            <a:ext cx="3038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Business Intelligence &amp; Analytics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26575" y="4561340"/>
            <a:ext cx="31905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ANALYSIS PERIOD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26575" y="4732790"/>
            <a:ext cx="3038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 2024 </a:t>
            </a: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– </a:t>
            </a:r>
            <a:r>
              <a:rPr lang="en-US" sz="97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February </a:t>
            </a: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2026 (</a:t>
            </a:r>
            <a:r>
              <a:rPr lang="en-US" sz="975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Years)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517450" y="4561340"/>
            <a:ext cx="31905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00" b="1">
                <a:solidFill>
                  <a:srgbClr val="64748B"/>
                </a:solidFill>
                <a:latin typeface="Inter"/>
                <a:ea typeface="Inter"/>
                <a:sym typeface="Inter"/>
              </a:rPr>
              <a:t>REPORT DATE</a:t>
            </a:r>
            <a:endParaRPr lang="en-US" sz="800" b="1">
              <a:solidFill>
                <a:srgbClr val="64748B"/>
              </a:solidFill>
              <a:latin typeface="Inter"/>
              <a:ea typeface="Inter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3517450" y="4732790"/>
            <a:ext cx="30384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July 2026 | Portfolio Edition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5C07FF-98DD-E5F0-CC50-28FB83CE2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6868" y="57509"/>
            <a:ext cx="4615132" cy="6426680"/>
          </a:xfrm>
          <a:prstGeom prst="rect">
            <a:avLst/>
          </a:prstGeom>
        </p:spPr>
      </p:pic>
      <p:sp>
        <p:nvSpPr>
          <p:cNvPr id="4" name="Google Shape;122;p14">
            <a:extLst>
              <a:ext uri="{FF2B5EF4-FFF2-40B4-BE49-F238E27FC236}">
                <a16:creationId xmlns:a16="http://schemas.microsoft.com/office/drawing/2014/main" id="{C4969C39-8437-66A7-8B7D-3EED0AA09255}"/>
              </a:ext>
            </a:extLst>
          </p:cNvPr>
          <p:cNvSpPr txBox="1"/>
          <p:nvPr/>
        </p:nvSpPr>
        <p:spPr>
          <a:xfrm>
            <a:off x="11144250" y="6581775"/>
            <a:ext cx="58102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 </a:t>
            </a: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6725" y="1507331"/>
            <a:ext cx="3651200" cy="2928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70325" y="1507331"/>
            <a:ext cx="3651200" cy="2928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73925" y="1507331"/>
            <a:ext cx="3651349" cy="2928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0022817" y="6596152"/>
            <a:ext cx="1702458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2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66724" y="279461"/>
            <a:ext cx="95621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lus Jakarta Sans ExtraBold"/>
              </a:rPr>
              <a:t>Project Objectives &amp; Strategic Scope</a:t>
            </a:r>
            <a:endParaRPr sz="2400" b="1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00203" y="1695217"/>
            <a:ext cx="2701396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00">
                <a:solidFill>
                  <a:srgbClr val="4F46E5"/>
                </a:solidFill>
                <a:latin typeface="Inter ExtraBold"/>
                <a:ea typeface="Inter ExtraBold"/>
                <a:sym typeface="Inter"/>
              </a:rPr>
              <a:t>Identify High-Profit and Low-Profit </a:t>
            </a:r>
            <a:r>
              <a:rPr lang="en-US" sz="1600" b="1">
                <a:solidFill>
                  <a:srgbClr val="4F46E5"/>
                </a:solidFill>
                <a:latin typeface="Inter ExtraBold"/>
                <a:ea typeface="Inter ExtraBold"/>
                <a:sym typeface="Inter"/>
              </a:rPr>
              <a:t>Products</a:t>
            </a:r>
            <a:endParaRPr lang="en-US" sz="1600" b="1">
              <a:latin typeface="Inter ExtraBold"/>
              <a:ea typeface="Inter ExtraBold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666750" y="2620678"/>
            <a:ext cx="325115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53"/>
              </a:lnSpc>
            </a:pP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Analyze product- and category-level revenue, profit, and margin performance to identify key profit drivers </a:t>
            </a:r>
            <a:r>
              <a:rPr lang="en-US" b="0" i="0" u="none" strike="noStrike" cap="none">
                <a:solidFill>
                  <a:srgbClr val="334155"/>
                </a:solidFill>
                <a:latin typeface="Inter"/>
                <a:ea typeface="Inter"/>
                <a:sym typeface="Inter"/>
              </a:rPr>
              <a:t>and 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products with weaker profitability.</a:t>
            </a:r>
            <a:endParaRPr lang="en-US"/>
          </a:p>
        </p:txBody>
      </p:sp>
      <p:sp>
        <p:nvSpPr>
          <p:cNvPr id="128" name="Google Shape;128;p14"/>
          <p:cNvSpPr txBox="1"/>
          <p:nvPr/>
        </p:nvSpPr>
        <p:spPr>
          <a:xfrm>
            <a:off x="4631916" y="1599235"/>
            <a:ext cx="327648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00" b="1">
                <a:solidFill>
                  <a:srgbClr val="D97706"/>
                </a:solidFill>
                <a:latin typeface="Inter ExtraBold"/>
                <a:ea typeface="Inter ExtraBold"/>
              </a:rPr>
              <a:t>Understand the Impact of Discounts and Promotions on Profit Margins</a:t>
            </a:r>
            <a:endParaRPr lang="en-US" sz="1600">
              <a:latin typeface="Inter ExtraBold"/>
              <a:ea typeface="Inter ExtraBold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4470350" y="2620678"/>
            <a:ext cx="3251150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53"/>
              </a:lnSpc>
            </a:pP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Assess how discounting affects product and category profitability to identify where promotions support sales without putting unnecessary pressure on margins.</a:t>
            </a:r>
            <a:endParaRPr lang="en-US"/>
          </a:p>
        </p:txBody>
      </p:sp>
      <p:sp>
        <p:nvSpPr>
          <p:cNvPr id="132" name="Google Shape;132;p14"/>
          <p:cNvSpPr txBox="1"/>
          <p:nvPr/>
        </p:nvSpPr>
        <p:spPr>
          <a:xfrm>
            <a:off x="8512075" y="1600861"/>
            <a:ext cx="301317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600">
                <a:solidFill>
                  <a:srgbClr val="059669"/>
                </a:solidFill>
                <a:latin typeface="Inter ExtraBold"/>
                <a:ea typeface="Inter ExtraBold"/>
              </a:rPr>
              <a:t>Recommend Promotions and Bundling Strategies to Improve Profitability</a:t>
            </a:r>
            <a:endParaRPr lang="en-US"/>
          </a:p>
        </p:txBody>
      </p:sp>
      <p:sp>
        <p:nvSpPr>
          <p:cNvPr id="133" name="Google Shape;133;p14"/>
          <p:cNvSpPr txBox="1"/>
          <p:nvPr/>
        </p:nvSpPr>
        <p:spPr>
          <a:xfrm>
            <a:off x="8173308" y="2620678"/>
            <a:ext cx="3251299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53"/>
              </a:lnSpc>
            </a:pP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Develop targeted promotion and bundling opportunities that combine high-volume products with high-margin items to improve overall basket profitability.</a:t>
            </a:r>
            <a:endParaRPr lang="en-US"/>
          </a:p>
        </p:txBody>
      </p:sp>
      <p:pic>
        <p:nvPicPr>
          <p:cNvPr id="148" name="Google Shape;14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7353" y="1826868"/>
            <a:ext cx="200384" cy="18600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4"/>
          <p:cNvSpPr txBox="1"/>
          <p:nvPr/>
        </p:nvSpPr>
        <p:spPr>
          <a:xfrm>
            <a:off x="466725" y="788239"/>
            <a:ext cx="112585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Data-driven strategic initiatives to resolve profitability imbalances, optimize discount structures, and enhance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product-level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economics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6B0817-9DC2-FB46-E90A-76DD5818D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9462" y="1733550"/>
            <a:ext cx="258235" cy="27940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45FCB628-E2B3-72BB-32EC-A67951752D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8800" y="1827402"/>
            <a:ext cx="237067" cy="226485"/>
          </a:xfrm>
          <a:prstGeom prst="rect">
            <a:avLst/>
          </a:prstGeom>
        </p:spPr>
      </p:pic>
      <p:sp>
        <p:nvSpPr>
          <p:cNvPr id="2" name="TextBox 949">
            <a:extLst>
              <a:ext uri="{FF2B5EF4-FFF2-40B4-BE49-F238E27FC236}">
                <a16:creationId xmlns:a16="http://schemas.microsoft.com/office/drawing/2014/main" id="{D9F008F7-53F8-F55E-CF22-A01826725B43}"/>
              </a:ext>
            </a:extLst>
          </p:cNvPr>
          <p:cNvSpPr txBox="1"/>
          <p:nvPr/>
        </p:nvSpPr>
        <p:spPr>
          <a:xfrm>
            <a:off x="474453" y="4967377"/>
            <a:ext cx="11243095" cy="1156727"/>
          </a:xfrm>
          <a:prstGeom prst="rect">
            <a:avLst/>
          </a:prstGeom>
          <a:solidFill>
            <a:srgbClr val="FDFDFD"/>
          </a:solidFill>
          <a:ln w="57150">
            <a:solidFill>
              <a:srgbClr val="0070C0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ts val="1350"/>
              </a:lnSpc>
            </a:pPr>
            <a:endParaRPr lang="en-US" b="1" dirty="0">
              <a:solidFill>
                <a:schemeClr val="accent4"/>
              </a:solidFill>
              <a:latin typeface="Inter Black"/>
              <a:ea typeface="Inter Black"/>
            </a:endParaRPr>
          </a:p>
          <a:p>
            <a:pPr>
              <a:lnSpc>
                <a:spcPct val="124977"/>
              </a:lnSpc>
            </a:pPr>
            <a:r>
              <a:rPr lang="en-US" sz="1600" b="1">
                <a:solidFill>
                  <a:srgbClr val="0F172A"/>
                </a:solidFill>
                <a:latin typeface="Poppins"/>
                <a:cs typeface="Poppins"/>
              </a:rPr>
              <a:t>Key KPIs Tracked:-​ </a:t>
            </a:r>
          </a:p>
          <a:p>
            <a:pPr>
              <a:lnSpc>
                <a:spcPts val="1350"/>
              </a:lnSpc>
            </a:pPr>
            <a:endParaRPr lang="en-US" sz="1600" dirty="0">
              <a:solidFill>
                <a:srgbClr val="444444"/>
              </a:solidFill>
              <a:latin typeface="Calibri"/>
              <a:ea typeface="Inter"/>
            </a:endParaRPr>
          </a:p>
          <a:p>
            <a:pPr>
              <a:lnSpc>
                <a:spcPts val="1350"/>
              </a:lnSpc>
            </a:pPr>
            <a:r>
              <a:rPr lang="en-US" sz="1350" b="1">
                <a:solidFill>
                  <a:srgbClr val="475569"/>
                </a:solidFill>
                <a:latin typeface="Inter"/>
                <a:ea typeface="Inter"/>
              </a:rPr>
              <a:t>Total Revenue  | Net Profit​ | Profit Margin​ | Average Order Value (AOV)​ | Units Sold | Discount Revenue Erosion</a:t>
            </a:r>
            <a:endParaRPr lang="en-US" sz="1350" b="1"/>
          </a:p>
          <a:p>
            <a:pPr>
              <a:lnSpc>
                <a:spcPts val="1350"/>
              </a:lnSpc>
            </a:pPr>
            <a:endParaRPr lang="en-US" dirty="0">
              <a:solidFill>
                <a:srgbClr val="475569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1162050"/>
            <a:ext cx="3651200" cy="146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70325" y="1162050"/>
            <a:ext cx="3651200" cy="146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3925" y="1162050"/>
            <a:ext cx="3651349" cy="1463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2348" y="2806820"/>
            <a:ext cx="3651200" cy="147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55948" y="2806820"/>
            <a:ext cx="3651200" cy="147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59548" y="2806820"/>
            <a:ext cx="3651349" cy="1477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5"/>
          <p:cNvSpPr txBox="1"/>
          <p:nvPr/>
        </p:nvSpPr>
        <p:spPr>
          <a:xfrm>
            <a:off x="466725" y="371475"/>
            <a:ext cx="967663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Inter"/>
              </a:rPr>
              <a:t>Executive  Performance Dashboard</a:t>
            </a:r>
            <a:endParaRPr sz="2400" b="1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10526024" y="6596152"/>
            <a:ext cx="1199251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3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n-US" sz="800">
              <a:solidFill>
                <a:srgbClr val="64748B"/>
              </a:solidFill>
              <a:latin typeface="Inter"/>
              <a:ea typeface="Inter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666750" y="1575579"/>
            <a:ext cx="32511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₹837.3K</a:t>
            </a:r>
            <a:endParaRPr sz="1800"/>
          </a:p>
        </p:txBody>
      </p:sp>
      <p:sp>
        <p:nvSpPr>
          <p:cNvPr id="175" name="Google Shape;175;p15"/>
          <p:cNvSpPr txBox="1"/>
          <p:nvPr/>
        </p:nvSpPr>
        <p:spPr>
          <a:xfrm>
            <a:off x="857250" y="2048047"/>
            <a:ext cx="30606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1,100 Transactions Analyzed</a:t>
            </a:r>
            <a:endParaRPr sz="1800"/>
          </a:p>
        </p:txBody>
      </p:sp>
      <p:sp>
        <p:nvSpPr>
          <p:cNvPr id="176" name="Google Shape;176;p15"/>
          <p:cNvSpPr txBox="1"/>
          <p:nvPr/>
        </p:nvSpPr>
        <p:spPr>
          <a:xfrm>
            <a:off x="4470350" y="1575579"/>
            <a:ext cx="32511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5966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₹299.1K</a:t>
            </a:r>
            <a:endParaRPr sz="1800"/>
          </a:p>
        </p:txBody>
      </p:sp>
      <p:sp>
        <p:nvSpPr>
          <p:cNvPr id="177" name="Google Shape;177;p15"/>
          <p:cNvSpPr txBox="1"/>
          <p:nvPr/>
        </p:nvSpPr>
        <p:spPr>
          <a:xfrm>
            <a:off x="4641800" y="2048047"/>
            <a:ext cx="30797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Robust Enterprise Yield</a:t>
            </a:r>
            <a:endParaRPr sz="1800"/>
          </a:p>
        </p:txBody>
      </p:sp>
      <p:sp>
        <p:nvSpPr>
          <p:cNvPr id="178" name="Google Shape;178;p15"/>
          <p:cNvSpPr txBox="1"/>
          <p:nvPr/>
        </p:nvSpPr>
        <p:spPr>
          <a:xfrm>
            <a:off x="8273950" y="1575579"/>
            <a:ext cx="3251299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D9770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35.7%</a:t>
            </a:r>
            <a:endParaRPr sz="1800"/>
          </a:p>
        </p:txBody>
      </p:sp>
      <p:sp>
        <p:nvSpPr>
          <p:cNvPr id="179" name="Google Shape;179;p15"/>
          <p:cNvSpPr txBox="1"/>
          <p:nvPr/>
        </p:nvSpPr>
        <p:spPr>
          <a:xfrm>
            <a:off x="8445400" y="2048047"/>
            <a:ext cx="307984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Benchmark Target: 35.0%</a:t>
            </a:r>
            <a:endParaRPr sz="1800"/>
          </a:p>
        </p:txBody>
      </p:sp>
      <p:sp>
        <p:nvSpPr>
          <p:cNvPr id="180" name="Google Shape;180;p15"/>
          <p:cNvSpPr txBox="1"/>
          <p:nvPr/>
        </p:nvSpPr>
        <p:spPr>
          <a:xfrm>
            <a:off x="724260" y="3205972"/>
            <a:ext cx="32511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₹761.2</a:t>
            </a:r>
            <a:endParaRPr sz="1800"/>
          </a:p>
        </p:txBody>
      </p:sp>
      <p:sp>
        <p:nvSpPr>
          <p:cNvPr id="181" name="Google Shape;181;p15"/>
          <p:cNvSpPr txBox="1"/>
          <p:nvPr/>
        </p:nvSpPr>
        <p:spPr>
          <a:xfrm>
            <a:off x="866775" y="3721572"/>
            <a:ext cx="30511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Returning AOV: ₹763.0</a:t>
            </a:r>
            <a:endParaRPr sz="1800"/>
          </a:p>
        </p:txBody>
      </p:sp>
      <p:sp>
        <p:nvSpPr>
          <p:cNvPr id="182" name="Google Shape;182;p15"/>
          <p:cNvSpPr txBox="1"/>
          <p:nvPr/>
        </p:nvSpPr>
        <p:spPr>
          <a:xfrm>
            <a:off x="4470350" y="3205972"/>
            <a:ext cx="32511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6,207</a:t>
            </a:r>
            <a:endParaRPr sz="1800"/>
          </a:p>
        </p:txBody>
      </p:sp>
      <p:sp>
        <p:nvSpPr>
          <p:cNvPr id="183" name="Google Shape;183;p15"/>
          <p:cNvSpPr txBox="1"/>
          <p:nvPr/>
        </p:nvSpPr>
        <p:spPr>
          <a:xfrm>
            <a:off x="4632275" y="3692817"/>
            <a:ext cx="30892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Across 10 Menu Items</a:t>
            </a:r>
            <a:endParaRPr sz="1800"/>
          </a:p>
        </p:txBody>
      </p:sp>
      <p:sp>
        <p:nvSpPr>
          <p:cNvPr id="184" name="Google Shape;184;p15"/>
          <p:cNvSpPr txBox="1"/>
          <p:nvPr/>
        </p:nvSpPr>
        <p:spPr>
          <a:xfrm>
            <a:off x="8259573" y="3205972"/>
            <a:ext cx="3251299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11D4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₹102.2K</a:t>
            </a:r>
            <a:endParaRPr sz="1800"/>
          </a:p>
        </p:txBody>
      </p:sp>
      <p:sp>
        <p:nvSpPr>
          <p:cNvPr id="185" name="Google Shape;185;p15"/>
          <p:cNvSpPr txBox="1"/>
          <p:nvPr/>
        </p:nvSpPr>
        <p:spPr>
          <a:xfrm>
            <a:off x="8431023" y="3692817"/>
            <a:ext cx="307984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11D48"/>
                </a:solidFill>
                <a:latin typeface="Inter Medium"/>
                <a:ea typeface="Inter Medium"/>
                <a:cs typeface="Inter Medium"/>
                <a:sym typeface="Inter Medium"/>
              </a:rPr>
              <a:t>10.8% Avg Discount Rate</a:t>
            </a:r>
            <a:endParaRPr sz="1800"/>
          </a:p>
        </p:txBody>
      </p:sp>
      <p:sp>
        <p:nvSpPr>
          <p:cNvPr id="186" name="Google Shape;186;p15"/>
          <p:cNvSpPr txBox="1"/>
          <p:nvPr/>
        </p:nvSpPr>
        <p:spPr>
          <a:xfrm>
            <a:off x="724259" y="1328108"/>
            <a:ext cx="232042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REVENUE (2Y)</a:t>
            </a:r>
            <a:endParaRPr sz="1800"/>
          </a:p>
        </p:txBody>
      </p:sp>
      <p:pic>
        <p:nvPicPr>
          <p:cNvPr id="187" name="Google Shape;187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613100" y="1343025"/>
            <a:ext cx="304800" cy="36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6750" y="2071687"/>
            <a:ext cx="133350" cy="14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5"/>
          <p:cNvSpPr txBox="1"/>
          <p:nvPr/>
        </p:nvSpPr>
        <p:spPr>
          <a:xfrm>
            <a:off x="4513482" y="1328109"/>
            <a:ext cx="2291761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NET PROFIT</a:t>
            </a:r>
            <a:endParaRPr sz="1800"/>
          </a:p>
        </p:txBody>
      </p:sp>
      <p:pic>
        <p:nvPicPr>
          <p:cNvPr id="190" name="Google Shape;190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16700" y="1343025"/>
            <a:ext cx="304800" cy="36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70350" y="2071687"/>
            <a:ext cx="114300" cy="14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5"/>
          <p:cNvSpPr txBox="1"/>
          <p:nvPr/>
        </p:nvSpPr>
        <p:spPr>
          <a:xfrm>
            <a:off x="8259573" y="1328109"/>
            <a:ext cx="242816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AVERAGE PROFIT MARGIN</a:t>
            </a:r>
            <a:endParaRPr sz="1800"/>
          </a:p>
        </p:txBody>
      </p:sp>
      <p:pic>
        <p:nvPicPr>
          <p:cNvPr id="193" name="Google Shape;193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220450" y="1343025"/>
            <a:ext cx="304800" cy="36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8273950" y="2071687"/>
            <a:ext cx="114300" cy="14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5"/>
          <p:cNvSpPr txBox="1"/>
          <p:nvPr/>
        </p:nvSpPr>
        <p:spPr>
          <a:xfrm>
            <a:off x="695505" y="2987256"/>
            <a:ext cx="256240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AVERAGE ORDER VALUE (AOV)</a:t>
            </a:r>
            <a:endParaRPr sz="1800"/>
          </a:p>
        </p:txBody>
      </p:sp>
      <p:pic>
        <p:nvPicPr>
          <p:cNvPr id="196" name="Google Shape;196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598723" y="2987795"/>
            <a:ext cx="304800" cy="36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52373" y="3716457"/>
            <a:ext cx="142875" cy="14305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 txBox="1"/>
          <p:nvPr/>
        </p:nvSpPr>
        <p:spPr>
          <a:xfrm>
            <a:off x="4470350" y="2987256"/>
            <a:ext cx="2325189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TOTAL UNITS SOLD</a:t>
            </a:r>
            <a:endParaRPr sz="1800"/>
          </a:p>
        </p:txBody>
      </p:sp>
      <p:pic>
        <p:nvPicPr>
          <p:cNvPr id="199" name="Google Shape;199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02323" y="2987795"/>
            <a:ext cx="304800" cy="36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455973" y="3716457"/>
            <a:ext cx="104775" cy="14305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 txBox="1"/>
          <p:nvPr/>
        </p:nvSpPr>
        <p:spPr>
          <a:xfrm>
            <a:off x="8273950" y="2987256"/>
            <a:ext cx="271314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DISCOUNT REVENUE EROSION</a:t>
            </a:r>
            <a:endParaRPr sz="1800"/>
          </a:p>
        </p:txBody>
      </p:sp>
      <p:pic>
        <p:nvPicPr>
          <p:cNvPr id="202" name="Google Shape;202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1206073" y="2987795"/>
            <a:ext cx="304800" cy="36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259573" y="3716457"/>
            <a:ext cx="114300" cy="143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5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689300" y="1428750"/>
            <a:ext cx="152400" cy="16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5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502425" y="1428750"/>
            <a:ext cx="133350" cy="16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5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1320462" y="1428750"/>
            <a:ext cx="104775" cy="16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693973" y="3073520"/>
            <a:ext cx="114300" cy="16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468998" y="3073520"/>
            <a:ext cx="171450" cy="162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5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301323" y="3073520"/>
            <a:ext cx="114300" cy="1621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B0FA88-EB2C-2307-AD80-627928C282AA}"/>
              </a:ext>
            </a:extLst>
          </p:cNvPr>
          <p:cNvSpPr/>
          <p:nvPr/>
        </p:nvSpPr>
        <p:spPr>
          <a:xfrm>
            <a:off x="384518" y="4906042"/>
            <a:ext cx="1686432" cy="697456"/>
          </a:xfrm>
          <a:prstGeom prst="roundRect">
            <a:avLst/>
          </a:prstGeom>
          <a:solidFill>
            <a:srgbClr val="FDFDFD"/>
          </a:solidFill>
          <a:ln>
            <a:solidFill>
              <a:srgbClr val="2F52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>
              <a:lnSpc>
                <a:spcPct val="124977"/>
              </a:lnSpc>
            </a:pPr>
            <a:r>
              <a:rPr lang="en-US" b="1">
                <a:solidFill>
                  <a:srgbClr val="0F172A"/>
                </a:solidFill>
                <a:latin typeface="Poppins"/>
                <a:cs typeface="Poppins"/>
              </a:rPr>
              <a:t>Analysis Flow:-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48E512B-D7E7-1C12-C685-120AFF7F6C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2583360"/>
              </p:ext>
            </p:extLst>
          </p:nvPr>
        </p:nvGraphicFramePr>
        <p:xfrm>
          <a:off x="2185358" y="2779144"/>
          <a:ext cx="9776602" cy="4937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5" r:lo="rId26" r:qs="rId27" r:cs="rId28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217;p16" descr="image.png">
            <a:extLst>
              <a:ext uri="{FF2B5EF4-FFF2-40B4-BE49-F238E27FC236}">
                <a16:creationId xmlns:a16="http://schemas.microsoft.com/office/drawing/2014/main" id="{36CA6DAD-4F34-76E5-9841-2E957F1954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102" t="6621" r="6812" b="7061"/>
          <a:stretch>
            <a:fillRect/>
          </a:stretch>
        </p:blipFill>
        <p:spPr>
          <a:xfrm>
            <a:off x="7235277" y="848422"/>
            <a:ext cx="4751343" cy="2741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903256"/>
            <a:ext cx="6698592" cy="2693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8124" y="3709666"/>
            <a:ext cx="3810283" cy="189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3144" y="3708087"/>
            <a:ext cx="3594623" cy="187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06277" y="3711899"/>
            <a:ext cx="3605918" cy="1885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6"/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10468515" y="6610529"/>
            <a:ext cx="122800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4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n-US" sz="800">
              <a:solidFill>
                <a:srgbClr val="64748B"/>
              </a:solidFill>
              <a:latin typeface="Inter"/>
              <a:ea typeface="Inter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611396" y="3773620"/>
            <a:ext cx="270086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284C7"/>
                </a:solidFill>
                <a:latin typeface="Plus Jakarta Sans"/>
                <a:cs typeface="Plus Jakarta Sans"/>
                <a:sym typeface="Plus Jakarta Sans"/>
              </a:rPr>
              <a:t>PROFIT CONCENTRATION</a:t>
            </a:r>
            <a:endParaRPr lang="en-US" b="1">
              <a:solidFill>
                <a:srgbClr val="0284C7"/>
              </a:solidFill>
              <a:latin typeface="Plus Jakarta Sans"/>
              <a:cs typeface="Plus Jakarta Sans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467624" y="4093567"/>
            <a:ext cx="3351362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The top 3 products contribute 36.3% of total profit, making them key drivers of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TastyBites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' profitability.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cs typeface="Poppins"/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Maintain strong pricing and availability for these core products</a:t>
            </a: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cs typeface="Poppins"/>
              </a:rPr>
              <a:t>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8333579" y="3771270"/>
            <a:ext cx="33478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59669"/>
                </a:solidFill>
                <a:latin typeface="Plus Jakarta Sans"/>
                <a:cs typeface="Plus Jakarta Sans"/>
                <a:sym typeface="Plus Jakarta Sans"/>
              </a:rPr>
              <a:t>PRODUCT MIX OPPORTUNITY</a:t>
            </a:r>
            <a:endParaRPr lang="en-US"/>
          </a:p>
        </p:txBody>
      </p:sp>
      <p:sp>
        <p:nvSpPr>
          <p:cNvPr id="236" name="Google Shape;236;p16"/>
          <p:cNvSpPr txBox="1"/>
          <p:nvPr/>
        </p:nvSpPr>
        <p:spPr>
          <a:xfrm>
            <a:off x="4437314" y="4042694"/>
            <a:ext cx="3437627" cy="1589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Meals generate the highest revenue, but their 30.9% margin trails Beverages by over 11 percentage points.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171450" indent="-171450">
              <a:buFont typeface="Wingdings"/>
              <a:buChar char="ü"/>
            </a:pP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Improving Meal margins could deliver greater profit gains than pursuing additional volume alone.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0" marR="0" lvl="0" indent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>
              <a:solidFill>
                <a:srgbClr val="334155"/>
              </a:solidFill>
              <a:latin typeface="Inter"/>
              <a:ea typeface="Inter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4476595" y="3772772"/>
            <a:ext cx="359225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D97706"/>
                </a:solidFill>
                <a:latin typeface="Plus Jakarta Sans"/>
                <a:cs typeface="Plus Jakarta Sans"/>
                <a:sym typeface="Plus Jakarta Sans"/>
              </a:rPr>
              <a:t>MARGIN OPPORTUNITY</a:t>
            </a:r>
            <a:endParaRPr lang="en-US" sz="2000"/>
          </a:p>
        </p:txBody>
      </p:sp>
      <p:sp>
        <p:nvSpPr>
          <p:cNvPr id="238" name="Google Shape;238;p16"/>
          <p:cNvSpPr txBox="1"/>
          <p:nvPr/>
        </p:nvSpPr>
        <p:spPr>
          <a:xfrm>
            <a:off x="8185953" y="4025198"/>
            <a:ext cx="3466380" cy="154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Beverages and Snacks generate 55% of total profit while contributing 48% of revenue, indicating stronger profit efficiency.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171450" indent="-171450">
              <a:buFont typeface="Wingdings"/>
              <a:buChar char="ü"/>
            </a:pP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Increase their visibility through targeted upselling and bundles.</a:t>
            </a:r>
            <a:endParaRPr lang="en-US" sz="120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0" marR="0" lvl="0" indent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>
              <a:solidFill>
                <a:srgbClr val="334155"/>
              </a:solidFill>
              <a:latin typeface="Inter"/>
              <a:ea typeface="Inte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1A79B-5B29-7DC5-2886-6FBA3DB6E64C}"/>
              </a:ext>
            </a:extLst>
          </p:cNvPr>
          <p:cNvSpPr txBox="1"/>
          <p:nvPr/>
        </p:nvSpPr>
        <p:spPr>
          <a:xfrm>
            <a:off x="460075" y="50320"/>
            <a:ext cx="117319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</a:rPr>
              <a:t>Q1: Which Products And Categories Generate The Highest Revenue And Profit?</a:t>
            </a:r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15C92-7985-6D2A-6D8A-9809DC5B9CBC}"/>
              </a:ext>
            </a:extLst>
          </p:cNvPr>
          <p:cNvSpPr txBox="1"/>
          <p:nvPr/>
        </p:nvSpPr>
        <p:spPr>
          <a:xfrm>
            <a:off x="330679" y="5743755"/>
            <a:ext cx="116600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 i="0" u="none" strike="noStrike">
                <a:solidFill>
                  <a:srgbClr val="002060"/>
                </a:solidFill>
                <a:latin typeface="Inter ExtraBold"/>
                <a:ea typeface="Inter ExtraBold"/>
                <a:cs typeface="Inter"/>
              </a:rPr>
              <a:t>EXECUTIVE TAKEAWAY:</a:t>
            </a:r>
            <a:r>
              <a:rPr lang="en-US" sz="1050">
                <a:solidFill>
                  <a:srgbClr val="002060"/>
                </a:solidFill>
                <a:latin typeface="Inter"/>
                <a:ea typeface="Inter"/>
                <a:cs typeface="Inter"/>
              </a:rPr>
              <a:t> </a:t>
            </a:r>
            <a:r>
              <a:rPr lang="en-US" sz="1200" b="1">
                <a:solidFill>
                  <a:srgbClr val="002060"/>
                </a:solidFill>
                <a:latin typeface="Inter"/>
                <a:ea typeface="Inter"/>
              </a:rPr>
              <a:t>Meals drive scale, but Beverage's drive efficiency. Meals generate 52% of revenue but only 45% of profit, while Beverages achieve the highest 42.1% margin.</a:t>
            </a:r>
            <a:r>
              <a:rPr lang="en-US" sz="1200">
                <a:solidFill>
                  <a:srgbClr val="002060"/>
                </a:solidFill>
                <a:latin typeface="Inter"/>
                <a:ea typeface="Inter"/>
                <a:cs typeface="Inter"/>
              </a:rPr>
              <a:t> </a:t>
            </a:r>
            <a:r>
              <a:rPr lang="en-US" sz="1200">
                <a:solidFill>
                  <a:srgbClr val="002060"/>
                </a:solidFill>
                <a:latin typeface="Inter"/>
                <a:ea typeface="Inter"/>
              </a:rPr>
              <a:t>At product level,</a:t>
            </a:r>
            <a:r>
              <a:rPr lang="en-US" sz="1200">
                <a:solidFill>
                  <a:srgbClr val="002060"/>
                </a:solidFill>
                <a:latin typeface="Inter"/>
                <a:ea typeface="Inter"/>
                <a:cs typeface="Inter"/>
              </a:rPr>
              <a:t> </a:t>
            </a:r>
            <a:r>
              <a:rPr lang="en-US" sz="1200" b="0" i="0" u="none" strike="noStrike">
                <a:solidFill>
                  <a:srgbClr val="002060"/>
                </a:solidFill>
                <a:latin typeface="Inter"/>
                <a:ea typeface="Inter"/>
                <a:cs typeface="Inter"/>
              </a:rPr>
              <a:t>the top 3 items (Veg Pizza, Paneer Roll, and Chocolate Shake) drive </a:t>
            </a:r>
            <a:r>
              <a:rPr lang="en-US" sz="1200" b="1" i="0" u="none" strike="noStrike">
                <a:solidFill>
                  <a:srgbClr val="002060"/>
                </a:solidFill>
                <a:latin typeface="Inter"/>
                <a:ea typeface="Inter"/>
                <a:cs typeface="Inter"/>
              </a:rPr>
              <a:t>36.3% of total company profit (₹108.9K)</a:t>
            </a:r>
            <a:r>
              <a:rPr lang="en-US" sz="1200" b="0" i="0" u="none" strike="noStrike">
                <a:solidFill>
                  <a:srgbClr val="002060"/>
                </a:solidFill>
                <a:latin typeface="Inter"/>
                <a:ea typeface="Inter"/>
                <a:cs typeface="Inter"/>
              </a:rPr>
              <a:t>.</a:t>
            </a:r>
            <a:r>
              <a:rPr lang="en-US" sz="1200">
                <a:solidFill>
                  <a:srgbClr val="002060"/>
                </a:solidFill>
                <a:latin typeface="Inter"/>
                <a:ea typeface="Inter"/>
                <a:cs typeface="Inter"/>
              </a:rPr>
              <a:t> However, </a:t>
            </a:r>
            <a:r>
              <a:rPr lang="en-US" sz="1200">
                <a:solidFill>
                  <a:srgbClr val="002060"/>
                </a:solidFill>
                <a:latin typeface="Inter"/>
                <a:ea typeface="Inter"/>
              </a:rPr>
              <a:t>Veg Pizza leads profit at ₹40.1K despite its low 27.7% margin, highlighting a key pricing opportunity.</a:t>
            </a:r>
            <a:endParaRPr lang="en-US" sz="1200" b="0" i="0" u="none" strike="noStrike">
              <a:solidFill>
                <a:srgbClr val="002060"/>
              </a:solidFill>
              <a:latin typeface="Inter"/>
              <a:ea typeface="Inter"/>
              <a:cs typeface="Inter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7BE3745-D364-07CF-7939-8FA05B450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1621566"/>
              </p:ext>
            </p:extLst>
          </p:nvPr>
        </p:nvGraphicFramePr>
        <p:xfrm>
          <a:off x="404902" y="883309"/>
          <a:ext cx="68199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32FA522-54E2-4542-8D67-F4FCEC2635F8}"/>
              </a:ext>
              <a:ext uri="{147F2762-F138-4A5C-976F-8EAC2B608ADB}">
                <a16:predDERef xmlns:a16="http://schemas.microsoft.com/office/drawing/2014/main" pred="{27BE3745-D364-07CF-7939-8FA05B450B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2939231"/>
              </p:ext>
            </p:extLst>
          </p:nvPr>
        </p:nvGraphicFramePr>
        <p:xfrm>
          <a:off x="7172867" y="883309"/>
          <a:ext cx="4757106" cy="2541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9000" y="1647825"/>
            <a:ext cx="10763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81250" y="2457450"/>
            <a:ext cx="107632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" y="1061409"/>
            <a:ext cx="6557155" cy="2503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/>
        </p:nvSpPr>
        <p:spPr>
          <a:xfrm>
            <a:off x="628650" y="5105400"/>
            <a:ext cx="10934700" cy="19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34155"/>
                </a:solidFill>
                <a:latin typeface="Inter"/>
                <a:ea typeface="Inter"/>
                <a:sym typeface="Inter"/>
              </a:rPr>
              <a:t>.</a:t>
            </a:r>
            <a:endParaRPr lang="en-US"/>
          </a:p>
        </p:txBody>
      </p:sp>
      <p:sp>
        <p:nvSpPr>
          <p:cNvPr id="262" name="Google Shape;262;p17"/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10669798" y="6596152"/>
            <a:ext cx="1055477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5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A8725-C370-4811-1A2B-CA3F80B8921F}"/>
              </a:ext>
            </a:extLst>
          </p:cNvPr>
          <p:cNvSpPr txBox="1"/>
          <p:nvPr/>
        </p:nvSpPr>
        <p:spPr>
          <a:xfrm>
            <a:off x="460075" y="50320"/>
            <a:ext cx="117319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</a:rPr>
              <a:t>Q2. How Do Discounts Affect Profitability At The Product And Category Level?</a:t>
            </a:r>
            <a:endParaRPr lang="en-US"/>
          </a:p>
        </p:txBody>
      </p:sp>
      <p:pic>
        <p:nvPicPr>
          <p:cNvPr id="6" name="Google Shape;253;p17" descr="image.png">
            <a:extLst>
              <a:ext uri="{FF2B5EF4-FFF2-40B4-BE49-F238E27FC236}">
                <a16:creationId xmlns:a16="http://schemas.microsoft.com/office/drawing/2014/main" id="{EFAC6F65-4E46-B7B8-1778-53FE0E488DE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8461" y="1061409"/>
            <a:ext cx="4486816" cy="2503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16;p16" descr="image.png">
            <a:extLst>
              <a:ext uri="{FF2B5EF4-FFF2-40B4-BE49-F238E27FC236}">
                <a16:creationId xmlns:a16="http://schemas.microsoft.com/office/drawing/2014/main" id="{CFBCBA8E-B6EA-CB1A-87EE-5AAC20D613C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38124" y="3709666"/>
            <a:ext cx="3810283" cy="202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17;p16" descr="image.png">
            <a:extLst>
              <a:ext uri="{FF2B5EF4-FFF2-40B4-BE49-F238E27FC236}">
                <a16:creationId xmlns:a16="http://schemas.microsoft.com/office/drawing/2014/main" id="{F9779B5D-5757-AFE9-3810-82258733C11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73144" y="3708087"/>
            <a:ext cx="3594623" cy="200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18;p16" descr="image.png">
            <a:extLst>
              <a:ext uri="{FF2B5EF4-FFF2-40B4-BE49-F238E27FC236}">
                <a16:creationId xmlns:a16="http://schemas.microsoft.com/office/drawing/2014/main" id="{A504CD10-D3CC-925C-1E87-D7AEC46C8BA8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06277" y="3711899"/>
            <a:ext cx="3605918" cy="201530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33;p16">
            <a:extLst>
              <a:ext uri="{FF2B5EF4-FFF2-40B4-BE49-F238E27FC236}">
                <a16:creationId xmlns:a16="http://schemas.microsoft.com/office/drawing/2014/main" id="{A3319B64-657E-F62E-794B-D75389A9CBD4}"/>
              </a:ext>
            </a:extLst>
          </p:cNvPr>
          <p:cNvSpPr txBox="1"/>
          <p:nvPr/>
        </p:nvSpPr>
        <p:spPr>
          <a:xfrm>
            <a:off x="625773" y="3859885"/>
            <a:ext cx="35203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284C7"/>
                </a:solidFill>
                <a:latin typeface="Plus Jakarta Sans"/>
                <a:cs typeface="Plus Jakarta Sans"/>
                <a:sym typeface="Plus Jakarta Sans"/>
              </a:rPr>
              <a:t>DISCOUNT IMPACT CONCENTRATION</a:t>
            </a:r>
            <a:endParaRPr lang="en-US"/>
          </a:p>
        </p:txBody>
      </p:sp>
      <p:sp>
        <p:nvSpPr>
          <p:cNvPr id="16" name="Google Shape;234;p16">
            <a:extLst>
              <a:ext uri="{FF2B5EF4-FFF2-40B4-BE49-F238E27FC236}">
                <a16:creationId xmlns:a16="http://schemas.microsoft.com/office/drawing/2014/main" id="{5DDFB22C-8142-8B9C-47C7-A87933C4B939}"/>
              </a:ext>
            </a:extLst>
          </p:cNvPr>
          <p:cNvSpPr txBox="1"/>
          <p:nvPr/>
        </p:nvSpPr>
        <p:spPr>
          <a:xfrm>
            <a:off x="453247" y="4208586"/>
            <a:ext cx="366766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Meals absorb ~53% of total discount impact, driven by Paneer Wrap, Paneer Roll, Veg Pizza and Burger.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Category margin is only ~30.8%, below Beverages (~42%).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Focus discount optimization on high-impact Meal products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cs typeface="Poppins"/>
              </a:rPr>
              <a:t>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Google Shape;235;p16">
            <a:extLst>
              <a:ext uri="{FF2B5EF4-FFF2-40B4-BE49-F238E27FC236}">
                <a16:creationId xmlns:a16="http://schemas.microsoft.com/office/drawing/2014/main" id="{2F15F33F-F87E-C13B-7DBC-EC7EF31C5971}"/>
              </a:ext>
            </a:extLst>
          </p:cNvPr>
          <p:cNvSpPr txBox="1"/>
          <p:nvPr/>
        </p:nvSpPr>
        <p:spPr>
          <a:xfrm>
            <a:off x="8333579" y="3857535"/>
            <a:ext cx="33478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59669"/>
                </a:solidFill>
                <a:latin typeface="Plus Jakarta Sans"/>
                <a:cs typeface="Plus Jakarta Sans"/>
                <a:sym typeface="Plus Jakarta Sans"/>
              </a:rPr>
              <a:t>SELECTIVE DISCOUNTING</a:t>
            </a:r>
            <a:endParaRPr lang="en-US"/>
          </a:p>
        </p:txBody>
      </p:sp>
      <p:sp>
        <p:nvSpPr>
          <p:cNvPr id="20" name="Google Shape;236;p16">
            <a:extLst>
              <a:ext uri="{FF2B5EF4-FFF2-40B4-BE49-F238E27FC236}">
                <a16:creationId xmlns:a16="http://schemas.microsoft.com/office/drawing/2014/main" id="{77815B8B-7034-C898-87D4-25D68BC73101}"/>
              </a:ext>
            </a:extLst>
          </p:cNvPr>
          <p:cNvSpPr txBox="1"/>
          <p:nvPr/>
        </p:nvSpPr>
        <p:spPr>
          <a:xfrm>
            <a:off x="4437314" y="4215222"/>
            <a:ext cx="3437627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Veg Pizza combines the highest discount (11.81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%), lowest margin (27.73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%) and highest discount impact (₹18.67K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).</a:t>
            </a:r>
          </a:p>
          <a:p>
            <a:pPr marL="171450" indent="-171450">
              <a:buFont typeface="Wingdings"/>
              <a:buChar char="ü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French Fries, by contrast, achieves a 44.35%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margin at only 9.29% discount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Reduce discount depth where margin erosion is greatest.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Google Shape;237;p16">
            <a:extLst>
              <a:ext uri="{FF2B5EF4-FFF2-40B4-BE49-F238E27FC236}">
                <a16:creationId xmlns:a16="http://schemas.microsoft.com/office/drawing/2014/main" id="{0A49FE8F-87F3-9E8F-FD46-DE12211FA6EC}"/>
              </a:ext>
            </a:extLst>
          </p:cNvPr>
          <p:cNvSpPr txBox="1"/>
          <p:nvPr/>
        </p:nvSpPr>
        <p:spPr>
          <a:xfrm>
            <a:off x="4476595" y="3859036"/>
            <a:ext cx="359225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D97706"/>
                </a:solidFill>
                <a:latin typeface="Plus Jakarta Sans"/>
                <a:cs typeface="Plus Jakarta Sans"/>
                <a:sym typeface="Plus Jakarta Sans"/>
              </a:rPr>
              <a:t>MARGIN PRESSURE</a:t>
            </a:r>
            <a:endParaRPr lang="en-US"/>
          </a:p>
        </p:txBody>
      </p:sp>
      <p:sp>
        <p:nvSpPr>
          <p:cNvPr id="24" name="Google Shape;238;p16">
            <a:extLst>
              <a:ext uri="{FF2B5EF4-FFF2-40B4-BE49-F238E27FC236}">
                <a16:creationId xmlns:a16="http://schemas.microsoft.com/office/drawing/2014/main" id="{E68C1586-5DDD-6D4F-6D00-D1D8962D501C}"/>
              </a:ext>
            </a:extLst>
          </p:cNvPr>
          <p:cNvSpPr txBox="1"/>
          <p:nvPr/>
        </p:nvSpPr>
        <p:spPr>
          <a:xfrm>
            <a:off x="8142821" y="4212104"/>
            <a:ext cx="346638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~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11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% discounts produce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very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different outcomes: Cold Coffee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and Iced Tea retain ~43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% margins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, while Veg Pizza falls to 27.73%.</a:t>
            </a: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This shows that discount effectiveness varies by product.</a:t>
            </a: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Use the 10% threshold as a review trigger, not a blanket rule.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B59D9B-F24A-FDBC-A5DF-BED974878A1E}"/>
              </a:ext>
            </a:extLst>
          </p:cNvPr>
          <p:cNvSpPr txBox="1"/>
          <p:nvPr/>
        </p:nvSpPr>
        <p:spPr>
          <a:xfrm>
            <a:off x="330679" y="5887529"/>
            <a:ext cx="1166003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 i="0" u="none" strike="noStrike">
                <a:solidFill>
                  <a:srgbClr val="002060"/>
                </a:solidFill>
                <a:latin typeface="Inter ExtraBold"/>
                <a:ea typeface="Inter ExtraBold"/>
                <a:cs typeface="Inter"/>
              </a:rPr>
              <a:t>EXECUTIVE TAKEAWAY:</a:t>
            </a:r>
            <a:r>
              <a:rPr lang="en-US" sz="1050" dirty="0">
                <a:solidFill>
                  <a:srgbClr val="002060"/>
                </a:solidFill>
                <a:latin typeface="Inter"/>
                <a:ea typeface="Inter"/>
                <a:cs typeface="Inter"/>
              </a:rPr>
              <a:t> </a:t>
            </a:r>
            <a:r>
              <a:rPr lang="en-US" sz="1050">
                <a:solidFill>
                  <a:srgbClr val="002060"/>
                </a:solidFill>
                <a:latin typeface="Inter"/>
                <a:ea typeface="Inter"/>
              </a:rPr>
              <a:t>Discount optimization should be product-led, not blanket-based — protect efficient promotions while tightening discounts on high-impact, low-margin products.</a:t>
            </a:r>
            <a:endParaRPr lang="en-US" sz="1200" b="0" i="0" u="none" strike="noStrike">
              <a:solidFill>
                <a:srgbClr val="002060"/>
              </a:solidFill>
              <a:latin typeface="Inter"/>
              <a:ea typeface="Inter"/>
              <a:cs typeface="Inter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7FE7381E-8BBC-BA44-E32F-6BCA26DBC8FB}"/>
              </a:ext>
              <a:ext uri="{147F2762-F138-4A5C-976F-8EAC2B608ADB}">
                <a16:predDERef xmlns:a16="http://schemas.microsoft.com/office/drawing/2014/main" pred="{F32FA522-54E2-4542-8D67-F4FCEC2635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0827660"/>
              </p:ext>
            </p:extLst>
          </p:nvPr>
        </p:nvGraphicFramePr>
        <p:xfrm>
          <a:off x="448754" y="1055837"/>
          <a:ext cx="6588425" cy="2498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C704F99-E7EC-660B-CB3A-C4C7F9402967}"/>
              </a:ext>
            </a:extLst>
          </p:cNvPr>
          <p:cNvSpPr/>
          <p:nvPr/>
        </p:nvSpPr>
        <p:spPr>
          <a:xfrm>
            <a:off x="6846986" y="1059641"/>
            <a:ext cx="166412" cy="39430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A71D5FC-BE2C-4FFD-914C-DDA76AB84CBB}"/>
              </a:ext>
              <a:ext uri="{147F2762-F138-4A5C-976F-8EAC2B608ADB}">
                <a16:predDERef xmlns:a16="http://schemas.microsoft.com/office/drawing/2014/main" pred="{7FE7381E-8BBC-BA44-E32F-6BCA26DBC8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999039"/>
              </p:ext>
            </p:extLst>
          </p:nvPr>
        </p:nvGraphicFramePr>
        <p:xfrm>
          <a:off x="7231362" y="1049367"/>
          <a:ext cx="4424452" cy="2497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7328" y="960768"/>
            <a:ext cx="8006931" cy="27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10712930" y="6596152"/>
            <a:ext cx="101234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6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n-US" sz="800">
              <a:solidFill>
                <a:srgbClr val="64748B"/>
              </a:solidFill>
              <a:latin typeface="Inter"/>
              <a:ea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C4B45-6157-5D77-CD61-BF5E89B8A436}"/>
              </a:ext>
            </a:extLst>
          </p:cNvPr>
          <p:cNvSpPr txBox="1"/>
          <p:nvPr/>
        </p:nvSpPr>
        <p:spPr>
          <a:xfrm>
            <a:off x="340839" y="217865"/>
            <a:ext cx="117319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</a:rPr>
              <a:t>Q3. Are There Products That Sell A Lot But Contribute Very Little To Profit?</a:t>
            </a:r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63CB0CE-E01C-4C0B-97F9-4CFD2D7FE245}"/>
              </a:ext>
              <a:ext uri="{147F2762-F138-4A5C-976F-8EAC2B608ADB}">
                <a16:predDERef xmlns:a16="http://schemas.microsoft.com/office/drawing/2014/main" pred="{FA71D5FC-BE2C-4FFD-914C-DDA76AB84C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9049182"/>
              </p:ext>
            </p:extLst>
          </p:nvPr>
        </p:nvGraphicFramePr>
        <p:xfrm>
          <a:off x="337239" y="983950"/>
          <a:ext cx="8004775" cy="2700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6" name="Google Shape;216;p16" descr="image.png">
            <a:extLst>
              <a:ext uri="{FF2B5EF4-FFF2-40B4-BE49-F238E27FC236}">
                <a16:creationId xmlns:a16="http://schemas.microsoft.com/office/drawing/2014/main" id="{1552098E-F2F0-685D-A0D4-0859BC9E9B9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124" y="3867817"/>
            <a:ext cx="3810283" cy="2021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7;p16" descr="image.png">
            <a:extLst>
              <a:ext uri="{FF2B5EF4-FFF2-40B4-BE49-F238E27FC236}">
                <a16:creationId xmlns:a16="http://schemas.microsoft.com/office/drawing/2014/main" id="{E16BD07D-4EC8-5E29-8E1A-AEAD40B5F65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3144" y="3866238"/>
            <a:ext cx="3594623" cy="2007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18;p16" descr="image.png">
            <a:extLst>
              <a:ext uri="{FF2B5EF4-FFF2-40B4-BE49-F238E27FC236}">
                <a16:creationId xmlns:a16="http://schemas.microsoft.com/office/drawing/2014/main" id="{7DF7EB2A-1F5D-94AE-6708-69535882874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06277" y="3870050"/>
            <a:ext cx="3605918" cy="201530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33;p16">
            <a:extLst>
              <a:ext uri="{FF2B5EF4-FFF2-40B4-BE49-F238E27FC236}">
                <a16:creationId xmlns:a16="http://schemas.microsoft.com/office/drawing/2014/main" id="{F5ACD342-0BC7-B679-BF11-15F747264630}"/>
              </a:ext>
            </a:extLst>
          </p:cNvPr>
          <p:cNvSpPr txBox="1"/>
          <p:nvPr/>
        </p:nvSpPr>
        <p:spPr>
          <a:xfrm>
            <a:off x="625773" y="4018036"/>
            <a:ext cx="35203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284C7"/>
                </a:solidFill>
                <a:latin typeface="Plus Jakarta Sans"/>
                <a:cs typeface="Plus Jakarta Sans"/>
                <a:sym typeface="Plus Jakarta Sans"/>
              </a:rPr>
              <a:t>VOLUME–PROFIT GAP</a:t>
            </a:r>
            <a:endParaRPr lang="en-US"/>
          </a:p>
        </p:txBody>
      </p:sp>
      <p:sp>
        <p:nvSpPr>
          <p:cNvPr id="14" name="Google Shape;234;p16">
            <a:extLst>
              <a:ext uri="{FF2B5EF4-FFF2-40B4-BE49-F238E27FC236}">
                <a16:creationId xmlns:a16="http://schemas.microsoft.com/office/drawing/2014/main" id="{11F2C492-12B0-D0FE-21C7-3B6B1367074C}"/>
              </a:ext>
            </a:extLst>
          </p:cNvPr>
          <p:cNvSpPr txBox="1"/>
          <p:nvPr/>
        </p:nvSpPr>
        <p:spPr>
          <a:xfrm>
            <a:off x="453247" y="4366737"/>
            <a:ext cx="366766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Garlic Bread and Iced Tea rank among the highest in units sold but generate only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₹25.13K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and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₹25.06K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profit i.e., Profit of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₹33.55 per unit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and </a:t>
            </a:r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₹38.79 per </a:t>
            </a: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unit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,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respectively.</a:t>
            </a: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Review pricing, costs and promotional intensity for high-volume, low-profit products.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Google Shape;235;p16">
            <a:extLst>
              <a:ext uri="{FF2B5EF4-FFF2-40B4-BE49-F238E27FC236}">
                <a16:creationId xmlns:a16="http://schemas.microsoft.com/office/drawing/2014/main" id="{7192089C-03C9-6E8C-69AC-7F4290B8C67D}"/>
              </a:ext>
            </a:extLst>
          </p:cNvPr>
          <p:cNvSpPr txBox="1"/>
          <p:nvPr/>
        </p:nvSpPr>
        <p:spPr>
          <a:xfrm>
            <a:off x="8333579" y="4015686"/>
            <a:ext cx="33478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59669"/>
                </a:solidFill>
                <a:latin typeface="Plus Jakarta Sans"/>
                <a:cs typeface="Plus Jakarta Sans"/>
                <a:sym typeface="Plus Jakarta Sans"/>
              </a:rPr>
              <a:t>SAME VOLUME, DIFFERENT PROFIT</a:t>
            </a:r>
            <a:endParaRPr lang="en-US"/>
          </a:p>
        </p:txBody>
      </p:sp>
      <p:sp>
        <p:nvSpPr>
          <p:cNvPr id="18" name="Google Shape;236;p16">
            <a:extLst>
              <a:ext uri="{FF2B5EF4-FFF2-40B4-BE49-F238E27FC236}">
                <a16:creationId xmlns:a16="http://schemas.microsoft.com/office/drawing/2014/main" id="{A296DF12-756D-D0A5-DAB2-524FF2C8F181}"/>
              </a:ext>
            </a:extLst>
          </p:cNvPr>
          <p:cNvSpPr txBox="1"/>
          <p:nvPr/>
        </p:nvSpPr>
        <p:spPr>
          <a:xfrm>
            <a:off x="4437314" y="4373373"/>
            <a:ext cx="343762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Veg Pizza generates</a:t>
            </a: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₹61.41 profit/unit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, while Chocolate Shake generates </a:t>
            </a: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₹56.88/unit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despite lower sales volumes.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Inter"/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Implication: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Identify opportunities to increase visibility of high-margin products.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Google Shape;237;p16">
            <a:extLst>
              <a:ext uri="{FF2B5EF4-FFF2-40B4-BE49-F238E27FC236}">
                <a16:creationId xmlns:a16="http://schemas.microsoft.com/office/drawing/2014/main" id="{BB8F22C0-C9B1-7FD2-606F-AF4A4AB3AEDB}"/>
              </a:ext>
            </a:extLst>
          </p:cNvPr>
          <p:cNvSpPr txBox="1"/>
          <p:nvPr/>
        </p:nvSpPr>
        <p:spPr>
          <a:xfrm>
            <a:off x="4476595" y="4017187"/>
            <a:ext cx="359225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D97706"/>
                </a:solidFill>
                <a:latin typeface="Plus Jakarta Sans"/>
                <a:cs typeface="Plus Jakarta Sans"/>
                <a:sym typeface="Plus Jakarta Sans"/>
              </a:rPr>
              <a:t>PROFIT EFFICIENCY</a:t>
            </a:r>
            <a:endParaRPr lang="en-US"/>
          </a:p>
        </p:txBody>
      </p:sp>
      <p:sp>
        <p:nvSpPr>
          <p:cNvPr id="22" name="Google Shape;238;p16">
            <a:extLst>
              <a:ext uri="{FF2B5EF4-FFF2-40B4-BE49-F238E27FC236}">
                <a16:creationId xmlns:a16="http://schemas.microsoft.com/office/drawing/2014/main" id="{94DA71DD-6008-9CED-AA55-93B2CC1EAD55}"/>
              </a:ext>
            </a:extLst>
          </p:cNvPr>
          <p:cNvSpPr txBox="1"/>
          <p:nvPr/>
        </p:nvSpPr>
        <p:spPr>
          <a:xfrm>
            <a:off x="8142821" y="4370255"/>
            <a:ext cx="346638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Iced Tea sells </a:t>
            </a: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646 units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, almost identical to Veg Pizza's </a:t>
            </a: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653 units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, yet generates </a:t>
            </a: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₹15.04K less profit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Inter"/>
              <a:sym typeface="Inter"/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Implication: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Sales volume alone should not determine product priorities.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sym typeface="Inter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C1D195D-3122-276B-9A43-07C3A1629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719737"/>
              </p:ext>
            </p:extLst>
          </p:nvPr>
        </p:nvGraphicFramePr>
        <p:xfrm>
          <a:off x="8583283" y="963283"/>
          <a:ext cx="3090881" cy="27803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280808">
                  <a:extLst>
                    <a:ext uri="{9D8B030D-6E8A-4147-A177-3AD203B41FA5}">
                      <a16:colId xmlns:a16="http://schemas.microsoft.com/office/drawing/2014/main" val="3457076936"/>
                    </a:ext>
                  </a:extLst>
                </a:gridCol>
                <a:gridCol w="810638">
                  <a:extLst>
                    <a:ext uri="{9D8B030D-6E8A-4147-A177-3AD203B41FA5}">
                      <a16:colId xmlns:a16="http://schemas.microsoft.com/office/drawing/2014/main" val="3362184279"/>
                    </a:ext>
                  </a:extLst>
                </a:gridCol>
                <a:gridCol w="999435">
                  <a:extLst>
                    <a:ext uri="{9D8B030D-6E8A-4147-A177-3AD203B41FA5}">
                      <a16:colId xmlns:a16="http://schemas.microsoft.com/office/drawing/2014/main" val="1239396949"/>
                    </a:ext>
                  </a:extLst>
                </a:gridCol>
              </a:tblGrid>
              <a:tr h="3921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ptos Display"/>
                          <a:sym typeface="Arial"/>
                        </a:rPr>
                        <a:t>Product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ptos Display"/>
                          <a:sym typeface="Arial"/>
                        </a:rPr>
                        <a:t>Profit / Unit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000000"/>
                          </a:solidFill>
                          <a:latin typeface="Aptos Display"/>
                        </a:rPr>
                        <a:t>Contribution to Total Profit</a:t>
                      </a:r>
                      <a:endParaRPr lang="en-US" sz="1000" b="1" u="none" strike="noStrike" cap="none" dirty="0">
                        <a:solidFill>
                          <a:srgbClr val="000000"/>
                        </a:solidFill>
                        <a:latin typeface="Aptos Display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656870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🔴 Garlic Bread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₹33.55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8.40%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2198715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🔴 Iced Tea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₹38.79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8.38%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847592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🟡 Burger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₹43.93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9.08%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225198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🟡 Nachos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₹47.45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8.65%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1910906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🟡 French Fries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₹47.83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9.35%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436219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🟡 Paneer Wrap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₹49.80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10.66%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723174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🟢 Paneer 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₹51.44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11.93%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1997075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🟢 Cold Coffee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₹54.89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9.19%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5993193"/>
                  </a:ext>
                </a:extLst>
              </a:tr>
              <a:tr h="26664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🟢 Chocolate Shake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₹56.88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10.95%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0904347"/>
                  </a:ext>
                </a:extLst>
              </a:tr>
              <a:tr h="2352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🟢 Veg Pizza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00"/>
                        <a:t>₹61.41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900"/>
                        <a:t>13.41%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7624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3">
          <a:extLst>
            <a:ext uri="{FF2B5EF4-FFF2-40B4-BE49-F238E27FC236}">
              <a16:creationId xmlns:a16="http://schemas.microsoft.com/office/drawing/2014/main" id="{3A75591B-EC4B-7072-2635-8A5A8A366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19" descr="image.png">
            <a:extLst>
              <a:ext uri="{FF2B5EF4-FFF2-40B4-BE49-F238E27FC236}">
                <a16:creationId xmlns:a16="http://schemas.microsoft.com/office/drawing/2014/main" id="{DF444EB2-B0FD-3534-5BE0-8BC3E6E24E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19" descr="image.png">
            <a:extLst>
              <a:ext uri="{FF2B5EF4-FFF2-40B4-BE49-F238E27FC236}">
                <a16:creationId xmlns:a16="http://schemas.microsoft.com/office/drawing/2014/main" id="{2C1F43B3-7C90-9E95-8533-7A48E23D2A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9">
            <a:extLst>
              <a:ext uri="{FF2B5EF4-FFF2-40B4-BE49-F238E27FC236}">
                <a16:creationId xmlns:a16="http://schemas.microsoft.com/office/drawing/2014/main" id="{502AF946-028D-D64C-2FA9-F23B2F1563A2}"/>
              </a:ext>
            </a:extLst>
          </p:cNvPr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324" name="Google Shape;324;p19">
            <a:extLst>
              <a:ext uri="{FF2B5EF4-FFF2-40B4-BE49-F238E27FC236}">
                <a16:creationId xmlns:a16="http://schemas.microsoft.com/office/drawing/2014/main" id="{0615899A-A81E-6B58-F4AA-096793DF5109}"/>
              </a:ext>
            </a:extLst>
          </p:cNvPr>
          <p:cNvSpPr txBox="1"/>
          <p:nvPr/>
        </p:nvSpPr>
        <p:spPr>
          <a:xfrm>
            <a:off x="10564304" y="6610529"/>
            <a:ext cx="1621046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7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235AF2-2281-2B2A-267C-9473121CD77A}"/>
              </a:ext>
            </a:extLst>
          </p:cNvPr>
          <p:cNvSpPr txBox="1"/>
          <p:nvPr/>
        </p:nvSpPr>
        <p:spPr>
          <a:xfrm>
            <a:off x="330679" y="79076"/>
            <a:ext cx="117319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</a:rPr>
              <a:t>Q4. Which Products Can Have Price Adjustments Without Impacting Sales Volume Significantly?</a:t>
            </a:r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517CC8F-01B5-CAB0-24D3-979B961DC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6496080"/>
              </p:ext>
            </p:extLst>
          </p:nvPr>
        </p:nvGraphicFramePr>
        <p:xfrm>
          <a:off x="473303" y="880526"/>
          <a:ext cx="11427478" cy="603572"/>
        </p:xfrm>
        <a:graphic>
          <a:graphicData uri="http://schemas.openxmlformats.org/drawingml/2006/table">
            <a:tbl>
              <a:tblPr firstRow="1" bandRow="1">
                <a:tableStyleId>{326DA0F1-C761-4F12-B055-76320E94DC09}</a:tableStyleId>
              </a:tblPr>
              <a:tblGrid>
                <a:gridCol w="11427478">
                  <a:extLst>
                    <a:ext uri="{9D8B030D-6E8A-4147-A177-3AD203B41FA5}">
                      <a16:colId xmlns:a16="http://schemas.microsoft.com/office/drawing/2014/main" val="2655012088"/>
                    </a:ext>
                  </a:extLst>
                </a:gridCol>
              </a:tblGrid>
              <a:tr h="603572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ptos Display"/>
                        </a:rPr>
                        <a:t>Note:- </a:t>
                      </a:r>
                      <a:r>
                        <a:rPr lang="en-US" b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Aptos Display"/>
                        </a:rPr>
                        <a:t>Historical unit prices remained fixed by product; therefore, price elasticity cannot be directly estimated. Candidate products are identified using demand consistency, profitability and discount-response patterns and should be validated through controlled price testing.</a:t>
                      </a:r>
                    </a:p>
                  </a:txBody>
                  <a:tcPr>
                    <a:lnL w="57150">
                      <a:solidFill>
                        <a:srgbClr val="FF0000"/>
                      </a:solidFill>
                    </a:lnL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66603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EA056-AFAD-81C2-BE0D-049B6EC37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107383"/>
              </p:ext>
            </p:extLst>
          </p:nvPr>
        </p:nvGraphicFramePr>
        <p:xfrm>
          <a:off x="473303" y="4575507"/>
          <a:ext cx="6628493" cy="742045"/>
        </p:xfrm>
        <a:graphic>
          <a:graphicData uri="http://schemas.openxmlformats.org/drawingml/2006/table">
            <a:tbl>
              <a:tblPr firstRow="1" bandRow="1">
                <a:tableStyleId>{326DA0F1-C761-4F12-B055-76320E94DC09}</a:tableStyleId>
              </a:tblPr>
              <a:tblGrid>
                <a:gridCol w="6628493">
                  <a:extLst>
                    <a:ext uri="{9D8B030D-6E8A-4147-A177-3AD203B41FA5}">
                      <a16:colId xmlns:a16="http://schemas.microsoft.com/office/drawing/2014/main" val="2655012088"/>
                    </a:ext>
                  </a:extLst>
                </a:gridCol>
              </a:tblGrid>
              <a:tr h="74204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1" i="0" u="none" strike="noStrike" cap="none" noProof="0">
                          <a:solidFill>
                            <a:srgbClr val="0284C7"/>
                          </a:solidFill>
                          <a:latin typeface="Plus Jakarta Sans"/>
                          <a:cs typeface="Plus Jakarta Sans"/>
                          <a:sym typeface="Arial"/>
                        </a:rPr>
                        <a:t>SCREENING LOGIC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"/>
                        <a:buChar char="ü"/>
                      </a:pPr>
                      <a:r>
                        <a:rPr lang="en-US" sz="1200" b="0" i="0" u="none" strike="noStrike" cap="none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/>
                          <a:ea typeface="Inter"/>
                          <a:cs typeface="Poppins"/>
                          <a:sym typeface="Arial"/>
                        </a:rPr>
                        <a:t>Price-Test Candidate = ≥100 selling days + ≥30% profit margin</a:t>
                      </a:r>
                      <a:br>
                        <a:rPr lang="en-US" sz="1200" b="0" i="0" u="none" strike="noStrike" cap="none" noProof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/>
                          <a:ea typeface="Inter"/>
                          <a:cs typeface="Poppins"/>
                          <a:sym typeface="Arial"/>
                        </a:rPr>
                      </a:br>
                      <a:r>
                        <a:rPr lang="en-US" sz="1200" b="0" i="0" u="none" strike="noStrike" cap="none" noProof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"/>
                          <a:ea typeface="Inter"/>
                          <a:cs typeface="Poppins"/>
                          <a:sym typeface="Arial"/>
                        </a:rPr>
                        <a:t>*Selling frequency = No. of Days Product Sold ÷ 570 × 100</a:t>
                      </a:r>
                      <a:endParaRPr lang="en-US" sz="1200" b="0" i="0" u="none" strike="noStrike" cap="non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oppins"/>
                        <a:ea typeface="Inter"/>
                        <a:cs typeface="Poppins"/>
                        <a:sym typeface="Arial"/>
                      </a:endParaRP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666032"/>
                  </a:ext>
                </a:extLst>
              </a:tr>
            </a:tbl>
          </a:graphicData>
        </a:graphic>
      </p:graphicFrame>
      <p:pic>
        <p:nvPicPr>
          <p:cNvPr id="6" name="Google Shape;216;p16" descr="image.png">
            <a:extLst>
              <a:ext uri="{FF2B5EF4-FFF2-40B4-BE49-F238E27FC236}">
                <a16:creationId xmlns:a16="http://schemas.microsoft.com/office/drawing/2014/main" id="{002CBC74-30FC-B8DA-9021-86D966358D5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11144" y="1538685"/>
            <a:ext cx="4586660" cy="16907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33;p16">
            <a:extLst>
              <a:ext uri="{FF2B5EF4-FFF2-40B4-BE49-F238E27FC236}">
                <a16:creationId xmlns:a16="http://schemas.microsoft.com/office/drawing/2014/main" id="{83A08A78-9E05-FBBC-4904-618AC9DC125E}"/>
              </a:ext>
            </a:extLst>
          </p:cNvPr>
          <p:cNvSpPr txBox="1"/>
          <p:nvPr/>
        </p:nvSpPr>
        <p:spPr>
          <a:xfrm>
            <a:off x="7416104" y="1545130"/>
            <a:ext cx="448825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284C7"/>
                </a:solidFill>
                <a:latin typeface="Plus Jakarta Sans"/>
                <a:cs typeface="Plus Jakarta Sans"/>
                <a:sym typeface="Plus Jakarta Sans"/>
              </a:rPr>
              <a:t>5 PRODUCTS EMERGE AS PRICE-TEST CANDIDATES</a:t>
            </a:r>
            <a:endParaRPr lang="en-US"/>
          </a:p>
        </p:txBody>
      </p:sp>
      <p:sp>
        <p:nvSpPr>
          <p:cNvPr id="10" name="Google Shape;234;p16">
            <a:extLst>
              <a:ext uri="{FF2B5EF4-FFF2-40B4-BE49-F238E27FC236}">
                <a16:creationId xmlns:a16="http://schemas.microsoft.com/office/drawing/2014/main" id="{12F9CD59-B302-EB20-278D-C7391803C902}"/>
              </a:ext>
            </a:extLst>
          </p:cNvPr>
          <p:cNvSpPr txBox="1"/>
          <p:nvPr/>
        </p:nvSpPr>
        <p:spPr>
          <a:xfrm>
            <a:off x="7426267" y="1764435"/>
            <a:ext cx="447279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Garlic Bread, Paneer Roll, Burger, Iced Tea and Paneer Wrap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These products were sold on 100+ days and maintained 30%+ profit margins, indicating a good combination of recurring demand and profitability. </a:t>
            </a:r>
            <a:endParaRPr lang="en-US"/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Action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: Consider these products first for a small, controlled price test and monitor whether unit sales remain stable.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8AD6DE8-A984-A5B9-C089-1F8FC7250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563268"/>
              </p:ext>
            </p:extLst>
          </p:nvPr>
        </p:nvGraphicFramePr>
        <p:xfrm>
          <a:off x="474453" y="1539240"/>
          <a:ext cx="6631013" cy="2834640"/>
        </p:xfrm>
        <a:graphic>
          <a:graphicData uri="http://schemas.openxmlformats.org/drawingml/2006/table">
            <a:tbl>
              <a:tblPr firstRow="1" bandRow="1">
                <a:tableStyleId>{326DA0F1-C761-4F12-B055-76320E94DC09}</a:tableStyleId>
              </a:tblPr>
              <a:tblGrid>
                <a:gridCol w="1151106">
                  <a:extLst>
                    <a:ext uri="{9D8B030D-6E8A-4147-A177-3AD203B41FA5}">
                      <a16:colId xmlns:a16="http://schemas.microsoft.com/office/drawing/2014/main" val="4028607922"/>
                    </a:ext>
                  </a:extLst>
                </a:gridCol>
                <a:gridCol w="632295">
                  <a:extLst>
                    <a:ext uri="{9D8B030D-6E8A-4147-A177-3AD203B41FA5}">
                      <a16:colId xmlns:a16="http://schemas.microsoft.com/office/drawing/2014/main" val="913167306"/>
                    </a:ext>
                  </a:extLst>
                </a:gridCol>
                <a:gridCol w="583659">
                  <a:extLst>
                    <a:ext uri="{9D8B030D-6E8A-4147-A177-3AD203B41FA5}">
                      <a16:colId xmlns:a16="http://schemas.microsoft.com/office/drawing/2014/main" val="2725856976"/>
                    </a:ext>
                  </a:extLst>
                </a:gridCol>
                <a:gridCol w="567445">
                  <a:extLst>
                    <a:ext uri="{9D8B030D-6E8A-4147-A177-3AD203B41FA5}">
                      <a16:colId xmlns:a16="http://schemas.microsoft.com/office/drawing/2014/main" val="2378650098"/>
                    </a:ext>
                  </a:extLst>
                </a:gridCol>
                <a:gridCol w="843063">
                  <a:extLst>
                    <a:ext uri="{9D8B030D-6E8A-4147-A177-3AD203B41FA5}">
                      <a16:colId xmlns:a16="http://schemas.microsoft.com/office/drawing/2014/main" val="1565106114"/>
                    </a:ext>
                  </a:extLst>
                </a:gridCol>
                <a:gridCol w="843063">
                  <a:extLst>
                    <a:ext uri="{9D8B030D-6E8A-4147-A177-3AD203B41FA5}">
                      <a16:colId xmlns:a16="http://schemas.microsoft.com/office/drawing/2014/main" val="2360193349"/>
                    </a:ext>
                  </a:extLst>
                </a:gridCol>
                <a:gridCol w="826851">
                  <a:extLst>
                    <a:ext uri="{9D8B030D-6E8A-4147-A177-3AD203B41FA5}">
                      <a16:colId xmlns:a16="http://schemas.microsoft.com/office/drawing/2014/main" val="493370454"/>
                    </a:ext>
                  </a:extLst>
                </a:gridCol>
                <a:gridCol w="1183531">
                  <a:extLst>
                    <a:ext uri="{9D8B030D-6E8A-4147-A177-3AD203B41FA5}">
                      <a16:colId xmlns:a16="http://schemas.microsoft.com/office/drawing/2014/main" val="1740398930"/>
                    </a:ext>
                  </a:extLst>
                </a:gridCol>
              </a:tblGrid>
              <a:tr h="3435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Unit 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Units Sold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Days Sold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Selling Frequency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Profit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Avg. Discount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rgbClr val="0F172A"/>
                          </a:solidFill>
                          <a:latin typeface="Aptos Display"/>
                          <a:ea typeface="Calibri"/>
                          <a:cs typeface="Plus Jakarta Sans"/>
                          <a:sym typeface="Arial"/>
                        </a:rPr>
                        <a:t>Price-Test Potential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130971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Garlic Bread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749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21.6%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34.04%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10.48%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🟢 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131502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Paneer Roll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694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19.5%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33.96%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11.06%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🟢 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958474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Veg Pizza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₹250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653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18.9%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27.73%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11.81%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🟠 Margin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324237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Burger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618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18.6%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32.81%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10.83%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🟢 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8269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Iced Tea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646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18.2%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43.69%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11.22%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🟢 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30470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Paneer Wrap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640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17.9%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31.17%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10.95%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🟢 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417700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French Fries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585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17.4%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44.35%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9.29%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🟡 Monitor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76188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Nachos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545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17.0%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40.40%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10.62%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🟡 Monitor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796198"/>
                  </a:ext>
                </a:extLst>
              </a:tr>
              <a:tr h="2147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Cold Coffee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501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16.7%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43.95%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11.09%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🟡 Monitor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174153"/>
                  </a:ext>
                </a:extLst>
              </a:tr>
              <a:tr h="22902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Chocolate Shake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₹160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576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16.1%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40.09%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11.23%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>
                          <a:solidFill>
                            <a:schemeClr val="tx1"/>
                          </a:solidFill>
                          <a:latin typeface="Aptos Display"/>
                          <a:ea typeface="Inter"/>
                          <a:cs typeface="Calibri"/>
                          <a:sym typeface="Arial"/>
                        </a:rPr>
                        <a:t>🟡 Monitor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123270"/>
                  </a:ext>
                </a:extLst>
              </a:tr>
            </a:tbl>
          </a:graphicData>
        </a:graphic>
      </p:graphicFrame>
      <p:pic>
        <p:nvPicPr>
          <p:cNvPr id="16" name="Google Shape;218;p16" descr="image.png">
            <a:extLst>
              <a:ext uri="{FF2B5EF4-FFF2-40B4-BE49-F238E27FC236}">
                <a16:creationId xmlns:a16="http://schemas.microsoft.com/office/drawing/2014/main" id="{6382BD25-5E81-A213-F780-1CFC47057E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11145" y="3294957"/>
            <a:ext cx="4597956" cy="164149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36;p16">
            <a:extLst>
              <a:ext uri="{FF2B5EF4-FFF2-40B4-BE49-F238E27FC236}">
                <a16:creationId xmlns:a16="http://schemas.microsoft.com/office/drawing/2014/main" id="{65C0120D-E6F0-C3BC-AF08-A0D3E675062E}"/>
              </a:ext>
            </a:extLst>
          </p:cNvPr>
          <p:cNvSpPr txBox="1"/>
          <p:nvPr/>
        </p:nvSpPr>
        <p:spPr>
          <a:xfrm>
            <a:off x="7456559" y="3640128"/>
            <a:ext cx="440091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Veg Pizza sold on 108 days with 653 units, showing strong and recurring demand.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However, its 27.73% margin is below the 30% benchmark, while its 11.81% average discount is the highest among all products. </a:t>
            </a:r>
            <a:endParaRPr lang="en-US"/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Action: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Review discounting and margin performance before considering a price increase.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Google Shape;237;p16">
            <a:extLst>
              <a:ext uri="{FF2B5EF4-FFF2-40B4-BE49-F238E27FC236}">
                <a16:creationId xmlns:a16="http://schemas.microsoft.com/office/drawing/2014/main" id="{38596174-C293-EBAD-4700-52C7428AC4AB}"/>
              </a:ext>
            </a:extLst>
          </p:cNvPr>
          <p:cNvSpPr txBox="1"/>
          <p:nvPr/>
        </p:nvSpPr>
        <p:spPr>
          <a:xfrm>
            <a:off x="7467086" y="3370207"/>
            <a:ext cx="45986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>
                <a:solidFill>
                  <a:srgbClr val="D97706"/>
                </a:solidFill>
                <a:latin typeface="Plus Jakarta Sans"/>
                <a:cs typeface="Plus Jakarta Sans"/>
              </a:rPr>
              <a:t>VEG PIZZA NEEDS MARGIN ATTENTION </a:t>
            </a:r>
            <a:r>
              <a:rPr lang="en-US" b="1">
                <a:solidFill>
                  <a:srgbClr val="D97706"/>
                </a:solidFill>
                <a:latin typeface="Plus Jakarta Sans"/>
                <a:cs typeface="Plus Jakarta Sans"/>
              </a:rPr>
              <a:t>FIRST</a:t>
            </a:r>
            <a:endParaRPr lang="en-US"/>
          </a:p>
        </p:txBody>
      </p:sp>
      <p:pic>
        <p:nvPicPr>
          <p:cNvPr id="23" name="Google Shape;217;p16" descr="image.png">
            <a:extLst>
              <a:ext uri="{FF2B5EF4-FFF2-40B4-BE49-F238E27FC236}">
                <a16:creationId xmlns:a16="http://schemas.microsoft.com/office/drawing/2014/main" id="{28C16A2E-7B59-C528-95DF-6F255776308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11144" y="5030804"/>
            <a:ext cx="4586661" cy="146152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35;p16">
            <a:extLst>
              <a:ext uri="{FF2B5EF4-FFF2-40B4-BE49-F238E27FC236}">
                <a16:creationId xmlns:a16="http://schemas.microsoft.com/office/drawing/2014/main" id="{E90CA7AB-8913-FD2A-9228-FEEB9EA0118F}"/>
              </a:ext>
            </a:extLst>
          </p:cNvPr>
          <p:cNvSpPr txBox="1"/>
          <p:nvPr/>
        </p:nvSpPr>
        <p:spPr>
          <a:xfrm>
            <a:off x="7456560" y="5036478"/>
            <a:ext cx="444051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59669"/>
                </a:solidFill>
                <a:latin typeface="Plus Jakarta Sans"/>
                <a:cs typeface="Plus Jakarta Sans"/>
              </a:rPr>
              <a:t>4 PRODUCTS NEED MORE DEMAND </a:t>
            </a:r>
            <a:r>
              <a:rPr lang="en-US" b="1" dirty="0">
                <a:solidFill>
                  <a:srgbClr val="059669"/>
                </a:solidFill>
                <a:latin typeface="Plus Jakarta Sans"/>
                <a:cs typeface="Plus Jakarta Sans"/>
              </a:rPr>
              <a:t>EVIDENCE</a:t>
            </a:r>
            <a:endParaRPr lang="en-US" dirty="0"/>
          </a:p>
        </p:txBody>
      </p:sp>
      <p:sp>
        <p:nvSpPr>
          <p:cNvPr id="27" name="Google Shape;238;p16">
            <a:extLst>
              <a:ext uri="{FF2B5EF4-FFF2-40B4-BE49-F238E27FC236}">
                <a16:creationId xmlns:a16="http://schemas.microsoft.com/office/drawing/2014/main" id="{F225BB03-7738-143A-EBAB-3CC625AE3D7F}"/>
              </a:ext>
            </a:extLst>
          </p:cNvPr>
          <p:cNvSpPr txBox="1"/>
          <p:nvPr/>
        </p:nvSpPr>
        <p:spPr>
          <a:xfrm>
            <a:off x="7452708" y="5333538"/>
            <a:ext cx="442966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French Fries, Nachos, Cold Coffee and Chocolate Shake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All maintain 40%+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margins, but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were sold on fewer than 100 days during the 2-year period.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Action: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Focus on building more consistent demand before testing price increases.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58036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2">
          <a:extLst>
            <a:ext uri="{FF2B5EF4-FFF2-40B4-BE49-F238E27FC236}">
              <a16:creationId xmlns:a16="http://schemas.microsoft.com/office/drawing/2014/main" id="{2FE54FB9-4969-21C7-FBAC-EE270F1D7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20" descr="image.png">
            <a:extLst>
              <a:ext uri="{FF2B5EF4-FFF2-40B4-BE49-F238E27FC236}">
                <a16:creationId xmlns:a16="http://schemas.microsoft.com/office/drawing/2014/main" id="{D2785ECC-41B0-8BA4-F176-8556E3CF3F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0">
            <a:extLst>
              <a:ext uri="{FF2B5EF4-FFF2-40B4-BE49-F238E27FC236}">
                <a16:creationId xmlns:a16="http://schemas.microsoft.com/office/drawing/2014/main" id="{2644E0BA-9165-79C2-04AC-246FFC3B5157}"/>
              </a:ext>
            </a:extLst>
          </p:cNvPr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382" name="Google Shape;382;p20">
            <a:extLst>
              <a:ext uri="{FF2B5EF4-FFF2-40B4-BE49-F238E27FC236}">
                <a16:creationId xmlns:a16="http://schemas.microsoft.com/office/drawing/2014/main" id="{FAC569AD-8FD7-6392-BF10-9180BEAD9708}"/>
              </a:ext>
            </a:extLst>
          </p:cNvPr>
          <p:cNvSpPr txBox="1"/>
          <p:nvPr/>
        </p:nvSpPr>
        <p:spPr>
          <a:xfrm>
            <a:off x="10612288" y="6596152"/>
            <a:ext cx="1112987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8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CFE79-2147-E27D-1EF5-E4560D212553}"/>
              </a:ext>
            </a:extLst>
          </p:cNvPr>
          <p:cNvSpPr txBox="1"/>
          <p:nvPr/>
        </p:nvSpPr>
        <p:spPr>
          <a:xfrm>
            <a:off x="330679" y="136585"/>
            <a:ext cx="1173192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</a:rPr>
              <a:t>Q5. Recommend Promotions Or Bundling Strategies To Improve Overall Profitability.</a:t>
            </a:r>
            <a:endParaRPr lang="en-US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CCDF38C7-E8E1-BACF-A52C-3C16B53BEA70}"/>
              </a:ext>
            </a:extLst>
          </p:cNvPr>
          <p:cNvSpPr/>
          <p:nvPr/>
        </p:nvSpPr>
        <p:spPr>
          <a:xfrm>
            <a:off x="461111" y="1278894"/>
            <a:ext cx="3617113" cy="232781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ECF441EC-0A26-5D8D-2E64-7C5918B548CA}"/>
              </a:ext>
            </a:extLst>
          </p:cNvPr>
          <p:cNvSpPr txBox="1"/>
          <p:nvPr/>
        </p:nvSpPr>
        <p:spPr>
          <a:xfrm>
            <a:off x="621792" y="1307592"/>
            <a:ext cx="3310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172A"/>
                </a:solidFill>
                <a:latin typeface="Plus Jakarta Sans"/>
              </a:rPr>
              <a:t>🍞 Garlic Bread + 🥤 Iced Tea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ADF687-30D8-C419-227D-387EDF34EB6B}"/>
              </a:ext>
            </a:extLst>
          </p:cNvPr>
          <p:cNvSpPr/>
          <p:nvPr/>
        </p:nvSpPr>
        <p:spPr>
          <a:xfrm>
            <a:off x="621792" y="1636776"/>
            <a:ext cx="331012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DB838300-1FA4-19E3-EA33-57A96352557E}"/>
              </a:ext>
            </a:extLst>
          </p:cNvPr>
          <p:cNvSpPr txBox="1"/>
          <p:nvPr/>
        </p:nvSpPr>
        <p:spPr>
          <a:xfrm>
            <a:off x="585216" y="1746504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Garlic Bread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EAED031-6A35-AFFE-3F1B-DCD0966C8986}"/>
              </a:ext>
            </a:extLst>
          </p:cNvPr>
          <p:cNvSpPr txBox="1"/>
          <p:nvPr/>
        </p:nvSpPr>
        <p:spPr>
          <a:xfrm>
            <a:off x="585216" y="1975104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002060"/>
                </a:solidFill>
                <a:latin typeface="Inter"/>
              </a:rPr>
              <a:t>₹110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85D82CF9-18C5-631B-ED1A-5544BF65FB5A}"/>
              </a:ext>
            </a:extLst>
          </p:cNvPr>
          <p:cNvSpPr txBox="1"/>
          <p:nvPr/>
        </p:nvSpPr>
        <p:spPr>
          <a:xfrm>
            <a:off x="585216" y="2243825"/>
            <a:ext cx="1554480" cy="2123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34.04%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10B979EB-160F-A008-F460-218C007FC3F5}"/>
              </a:ext>
            </a:extLst>
          </p:cNvPr>
          <p:cNvSpPr txBox="1"/>
          <p:nvPr/>
        </p:nvSpPr>
        <p:spPr>
          <a:xfrm>
            <a:off x="2194560" y="1746504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Iced Tea</a:t>
            </a:r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09A49675-9E32-DA44-5774-0D282D1AD2A4}"/>
              </a:ext>
            </a:extLst>
          </p:cNvPr>
          <p:cNvSpPr txBox="1"/>
          <p:nvPr/>
        </p:nvSpPr>
        <p:spPr>
          <a:xfrm>
            <a:off x="2194560" y="1975104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002060"/>
                </a:solidFill>
                <a:latin typeface="Inter"/>
              </a:rPr>
              <a:t>₹100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81A9DBFB-639E-687D-63F3-EB67015FC799}"/>
              </a:ext>
            </a:extLst>
          </p:cNvPr>
          <p:cNvSpPr txBox="1"/>
          <p:nvPr/>
        </p:nvSpPr>
        <p:spPr>
          <a:xfrm>
            <a:off x="2194560" y="2243825"/>
            <a:ext cx="1554480" cy="21236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43.69%</a:t>
            </a: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2E4C7050-728D-B589-5F18-30553C692FCE}"/>
              </a:ext>
            </a:extLst>
          </p:cNvPr>
          <p:cNvSpPr txBox="1"/>
          <p:nvPr/>
        </p:nvSpPr>
        <p:spPr>
          <a:xfrm>
            <a:off x="612648" y="2429014"/>
            <a:ext cx="3328416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002060"/>
                </a:solidFill>
                <a:latin typeface="Inter"/>
              </a:rPr>
              <a:t>↓ COMBINED BUNDLE METRICS</a:t>
            </a:r>
          </a:p>
        </p:txBody>
      </p: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5109A6B6-FC64-79F9-E453-F1CE65D13447}"/>
              </a:ext>
            </a:extLst>
          </p:cNvPr>
          <p:cNvSpPr/>
          <p:nvPr/>
        </p:nvSpPr>
        <p:spPr>
          <a:xfrm>
            <a:off x="621792" y="2633472"/>
            <a:ext cx="3310128" cy="5303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F58B61FF-2BDC-6B31-3E7F-CC47990A28B6}"/>
              </a:ext>
            </a:extLst>
          </p:cNvPr>
          <p:cNvSpPr txBox="1"/>
          <p:nvPr/>
        </p:nvSpPr>
        <p:spPr>
          <a:xfrm>
            <a:off x="621792" y="2630906"/>
            <a:ext cx="3310128" cy="21544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002060"/>
                </a:solidFill>
                <a:latin typeface="Inter"/>
              </a:rPr>
              <a:t>₹210 COMBINED VALUE</a:t>
            </a:r>
            <a:endParaRPr lang="en-US" sz="800" b="1">
              <a:solidFill>
                <a:srgbClr val="002060"/>
              </a:solidFill>
              <a:latin typeface="Inter"/>
              <a:ea typeface="Inter"/>
            </a:endParaRPr>
          </a:p>
        </p:txBody>
      </p:sp>
      <p:sp>
        <p:nvSpPr>
          <p:cNvPr id="17" name="TextBox 19">
            <a:extLst>
              <a:ext uri="{FF2B5EF4-FFF2-40B4-BE49-F238E27FC236}">
                <a16:creationId xmlns:a16="http://schemas.microsoft.com/office/drawing/2014/main" id="{FFE93379-F2C2-8F67-D5D7-4357B5AD5B61}"/>
              </a:ext>
            </a:extLst>
          </p:cNvPr>
          <p:cNvSpPr txBox="1"/>
          <p:nvPr/>
        </p:nvSpPr>
        <p:spPr>
          <a:xfrm>
            <a:off x="621792" y="2772917"/>
            <a:ext cx="3310128" cy="31547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50" b="1">
                <a:solidFill>
                  <a:srgbClr val="002060"/>
                </a:solidFill>
                <a:latin typeface="Inter"/>
              </a:rPr>
              <a:t>38.64% MARGIN</a:t>
            </a:r>
            <a:endParaRPr lang="en-US" sz="1450" b="1">
              <a:solidFill>
                <a:srgbClr val="002060"/>
              </a:solidFill>
              <a:latin typeface="Inter"/>
              <a:ea typeface="Inter"/>
            </a:endParaRP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D5DDEA0A-2DED-98F3-79BA-08A3CFCB60EF}"/>
              </a:ext>
            </a:extLst>
          </p:cNvPr>
          <p:cNvSpPr txBox="1"/>
          <p:nvPr/>
        </p:nvSpPr>
        <p:spPr>
          <a:xfrm>
            <a:off x="621792" y="3001238"/>
            <a:ext cx="3310128" cy="21544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002060"/>
                </a:solidFill>
                <a:latin typeface="Inter"/>
              </a:rPr>
              <a:t>₹81.13 BUNDLE PROFIT</a:t>
            </a:r>
            <a:endParaRPr lang="en-US" sz="800" b="1">
              <a:solidFill>
                <a:srgbClr val="002060"/>
              </a:solidFill>
              <a:latin typeface="Inter"/>
              <a:ea typeface="Inter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E4F69C12-550B-220C-FFAF-EA2CC01176DC}"/>
              </a:ext>
            </a:extLst>
          </p:cNvPr>
          <p:cNvSpPr txBox="1"/>
          <p:nvPr/>
        </p:nvSpPr>
        <p:spPr>
          <a:xfrm>
            <a:off x="621792" y="3191256"/>
            <a:ext cx="33101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20" b="0">
                <a:solidFill>
                  <a:srgbClr val="64748B"/>
                </a:solidFill>
                <a:latin typeface="Inter"/>
              </a:rPr>
              <a:t>749 units sold + high-margin beverage</a:t>
            </a:r>
          </a:p>
        </p:txBody>
      </p:sp>
      <p:sp>
        <p:nvSpPr>
          <p:cNvPr id="20" name="Rounded Rectangle 22">
            <a:extLst>
              <a:ext uri="{FF2B5EF4-FFF2-40B4-BE49-F238E27FC236}">
                <a16:creationId xmlns:a16="http://schemas.microsoft.com/office/drawing/2014/main" id="{76422484-0430-5F3C-9CD4-96F79E4ECAFF}"/>
              </a:ext>
            </a:extLst>
          </p:cNvPr>
          <p:cNvSpPr/>
          <p:nvPr/>
        </p:nvSpPr>
        <p:spPr>
          <a:xfrm>
            <a:off x="621792" y="3346704"/>
            <a:ext cx="3310128" cy="1737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D84DB855-F74C-6725-E99D-909EB6B16787}"/>
              </a:ext>
            </a:extLst>
          </p:cNvPr>
          <p:cNvSpPr txBox="1"/>
          <p:nvPr/>
        </p:nvSpPr>
        <p:spPr>
          <a:xfrm>
            <a:off x="621792" y="3328928"/>
            <a:ext cx="3310128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60" b="1">
                <a:solidFill>
                  <a:srgbClr val="002060"/>
                </a:solidFill>
                <a:latin typeface="Inter"/>
              </a:rPr>
              <a:t>→ Improve profit per order</a:t>
            </a:r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EDA5FD21-A3D9-156A-C557-1E84DB22C88D}"/>
              </a:ext>
            </a:extLst>
          </p:cNvPr>
          <p:cNvSpPr/>
          <p:nvPr/>
        </p:nvSpPr>
        <p:spPr>
          <a:xfrm>
            <a:off x="4224527" y="1293272"/>
            <a:ext cx="3602736" cy="231343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5">
            <a:extLst>
              <a:ext uri="{FF2B5EF4-FFF2-40B4-BE49-F238E27FC236}">
                <a16:creationId xmlns:a16="http://schemas.microsoft.com/office/drawing/2014/main" id="{D84F8A12-9D81-97C7-68F4-DF5B592C2BFB}"/>
              </a:ext>
            </a:extLst>
          </p:cNvPr>
          <p:cNvSpPr txBox="1"/>
          <p:nvPr/>
        </p:nvSpPr>
        <p:spPr>
          <a:xfrm>
            <a:off x="4370831" y="1307592"/>
            <a:ext cx="3310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172A"/>
                </a:solidFill>
                <a:latin typeface="Plus Jakarta Sans"/>
              </a:rPr>
              <a:t>🍔 Burger + 🍟 Fries + 🥤 Iced Tea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667BF-1BF8-1261-4F54-980453B530A0}"/>
              </a:ext>
            </a:extLst>
          </p:cNvPr>
          <p:cNvSpPr/>
          <p:nvPr/>
        </p:nvSpPr>
        <p:spPr>
          <a:xfrm>
            <a:off x="4370831" y="1636776"/>
            <a:ext cx="331012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E9B66F25-E691-11BB-2F86-18636F796C1A}"/>
              </a:ext>
            </a:extLst>
          </p:cNvPr>
          <p:cNvSpPr txBox="1"/>
          <p:nvPr/>
        </p:nvSpPr>
        <p:spPr>
          <a:xfrm>
            <a:off x="4334255" y="1746504"/>
            <a:ext cx="10180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Burger</a:t>
            </a:r>
          </a:p>
        </p:txBody>
      </p:sp>
      <p:sp>
        <p:nvSpPr>
          <p:cNvPr id="26" name="TextBox 28">
            <a:extLst>
              <a:ext uri="{FF2B5EF4-FFF2-40B4-BE49-F238E27FC236}">
                <a16:creationId xmlns:a16="http://schemas.microsoft.com/office/drawing/2014/main" id="{F3E579E4-4D5B-689C-5BB1-84A61A345BF6}"/>
              </a:ext>
            </a:extLst>
          </p:cNvPr>
          <p:cNvSpPr txBox="1"/>
          <p:nvPr/>
        </p:nvSpPr>
        <p:spPr>
          <a:xfrm>
            <a:off x="4334255" y="1975104"/>
            <a:ext cx="10180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B45309"/>
                </a:solidFill>
                <a:latin typeface="Inter"/>
              </a:rPr>
              <a:t>₹150</a:t>
            </a:r>
          </a:p>
        </p:txBody>
      </p:sp>
      <p:sp>
        <p:nvSpPr>
          <p:cNvPr id="27" name="TextBox 29">
            <a:extLst>
              <a:ext uri="{FF2B5EF4-FFF2-40B4-BE49-F238E27FC236}">
                <a16:creationId xmlns:a16="http://schemas.microsoft.com/office/drawing/2014/main" id="{05697A4C-8B51-0663-E6EE-177F6A949187}"/>
              </a:ext>
            </a:extLst>
          </p:cNvPr>
          <p:cNvSpPr txBox="1"/>
          <p:nvPr/>
        </p:nvSpPr>
        <p:spPr>
          <a:xfrm>
            <a:off x="4334255" y="2258568"/>
            <a:ext cx="101803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32.81%</a:t>
            </a:r>
          </a:p>
        </p:txBody>
      </p:sp>
      <p:sp>
        <p:nvSpPr>
          <p:cNvPr id="28" name="TextBox 30">
            <a:extLst>
              <a:ext uri="{FF2B5EF4-FFF2-40B4-BE49-F238E27FC236}">
                <a16:creationId xmlns:a16="http://schemas.microsoft.com/office/drawing/2014/main" id="{E5F81715-600C-03EA-2828-9E88B6B914A1}"/>
              </a:ext>
            </a:extLst>
          </p:cNvPr>
          <p:cNvSpPr txBox="1"/>
          <p:nvPr/>
        </p:nvSpPr>
        <p:spPr>
          <a:xfrm>
            <a:off x="5407151" y="1746504"/>
            <a:ext cx="10180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Fries</a:t>
            </a:r>
          </a:p>
        </p:txBody>
      </p:sp>
      <p:sp>
        <p:nvSpPr>
          <p:cNvPr id="29" name="TextBox 31">
            <a:extLst>
              <a:ext uri="{FF2B5EF4-FFF2-40B4-BE49-F238E27FC236}">
                <a16:creationId xmlns:a16="http://schemas.microsoft.com/office/drawing/2014/main" id="{3E2715C3-69DE-F435-C1B7-C6D044915C9B}"/>
              </a:ext>
            </a:extLst>
          </p:cNvPr>
          <p:cNvSpPr txBox="1"/>
          <p:nvPr/>
        </p:nvSpPr>
        <p:spPr>
          <a:xfrm>
            <a:off x="5407151" y="1975104"/>
            <a:ext cx="10180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B45309"/>
                </a:solidFill>
                <a:latin typeface="Inter"/>
              </a:rPr>
              <a:t>₹120</a:t>
            </a:r>
          </a:p>
        </p:txBody>
      </p:sp>
      <p:sp>
        <p:nvSpPr>
          <p:cNvPr id="30" name="TextBox 32">
            <a:extLst>
              <a:ext uri="{FF2B5EF4-FFF2-40B4-BE49-F238E27FC236}">
                <a16:creationId xmlns:a16="http://schemas.microsoft.com/office/drawing/2014/main" id="{27FF7828-FB95-6DFB-7593-47A85DD94305}"/>
              </a:ext>
            </a:extLst>
          </p:cNvPr>
          <p:cNvSpPr txBox="1"/>
          <p:nvPr/>
        </p:nvSpPr>
        <p:spPr>
          <a:xfrm>
            <a:off x="5407151" y="2258568"/>
            <a:ext cx="101803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44.35%</a:t>
            </a:r>
          </a:p>
        </p:txBody>
      </p:sp>
      <p:sp>
        <p:nvSpPr>
          <p:cNvPr id="31" name="TextBox 33">
            <a:extLst>
              <a:ext uri="{FF2B5EF4-FFF2-40B4-BE49-F238E27FC236}">
                <a16:creationId xmlns:a16="http://schemas.microsoft.com/office/drawing/2014/main" id="{5233675A-F1F5-106B-70A3-C43B9FC71D05}"/>
              </a:ext>
            </a:extLst>
          </p:cNvPr>
          <p:cNvSpPr txBox="1"/>
          <p:nvPr/>
        </p:nvSpPr>
        <p:spPr>
          <a:xfrm>
            <a:off x="6480047" y="1746504"/>
            <a:ext cx="101803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Iced Tea</a:t>
            </a:r>
          </a:p>
        </p:txBody>
      </p:sp>
      <p:sp>
        <p:nvSpPr>
          <p:cNvPr id="32" name="TextBox 34">
            <a:extLst>
              <a:ext uri="{FF2B5EF4-FFF2-40B4-BE49-F238E27FC236}">
                <a16:creationId xmlns:a16="http://schemas.microsoft.com/office/drawing/2014/main" id="{76C4E541-B39F-A8A3-BDB3-42671C97CC8A}"/>
              </a:ext>
            </a:extLst>
          </p:cNvPr>
          <p:cNvSpPr txBox="1"/>
          <p:nvPr/>
        </p:nvSpPr>
        <p:spPr>
          <a:xfrm>
            <a:off x="6480047" y="1975104"/>
            <a:ext cx="10180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B45309"/>
                </a:solidFill>
                <a:latin typeface="Inter"/>
              </a:rPr>
              <a:t>₹100</a:t>
            </a:r>
          </a:p>
        </p:txBody>
      </p:sp>
      <p:sp>
        <p:nvSpPr>
          <p:cNvPr id="33" name="TextBox 35">
            <a:extLst>
              <a:ext uri="{FF2B5EF4-FFF2-40B4-BE49-F238E27FC236}">
                <a16:creationId xmlns:a16="http://schemas.microsoft.com/office/drawing/2014/main" id="{CC358CC6-49E4-00D7-BA76-76F1EDCAA70A}"/>
              </a:ext>
            </a:extLst>
          </p:cNvPr>
          <p:cNvSpPr txBox="1"/>
          <p:nvPr/>
        </p:nvSpPr>
        <p:spPr>
          <a:xfrm>
            <a:off x="6480047" y="2258568"/>
            <a:ext cx="101803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43.69%</a:t>
            </a:r>
          </a:p>
        </p:txBody>
      </p:sp>
      <p:sp>
        <p:nvSpPr>
          <p:cNvPr id="34" name="TextBox 36">
            <a:extLst>
              <a:ext uri="{FF2B5EF4-FFF2-40B4-BE49-F238E27FC236}">
                <a16:creationId xmlns:a16="http://schemas.microsoft.com/office/drawing/2014/main" id="{72559BF4-3B82-2815-46F8-0E0136E6529F}"/>
              </a:ext>
            </a:extLst>
          </p:cNvPr>
          <p:cNvSpPr txBox="1"/>
          <p:nvPr/>
        </p:nvSpPr>
        <p:spPr>
          <a:xfrm>
            <a:off x="4361688" y="2450592"/>
            <a:ext cx="3328416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D97706"/>
                </a:solidFill>
                <a:latin typeface="Inter"/>
              </a:rPr>
              <a:t>↓ COMBINED BUNDLE METRICS</a:t>
            </a:r>
          </a:p>
        </p:txBody>
      </p:sp>
      <p:sp>
        <p:nvSpPr>
          <p:cNvPr id="35" name="Rounded Rectangle 37">
            <a:extLst>
              <a:ext uri="{FF2B5EF4-FFF2-40B4-BE49-F238E27FC236}">
                <a16:creationId xmlns:a16="http://schemas.microsoft.com/office/drawing/2014/main" id="{E4ED82A5-13D5-D70F-A27F-7731F6ED4FDF}"/>
              </a:ext>
            </a:extLst>
          </p:cNvPr>
          <p:cNvSpPr/>
          <p:nvPr/>
        </p:nvSpPr>
        <p:spPr>
          <a:xfrm>
            <a:off x="4370831" y="2633472"/>
            <a:ext cx="3310128" cy="530352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6" name="TextBox 38">
            <a:extLst>
              <a:ext uri="{FF2B5EF4-FFF2-40B4-BE49-F238E27FC236}">
                <a16:creationId xmlns:a16="http://schemas.microsoft.com/office/drawing/2014/main" id="{41464AD1-AD78-BF70-D6D3-CBD31E12D64D}"/>
              </a:ext>
            </a:extLst>
          </p:cNvPr>
          <p:cNvSpPr txBox="1"/>
          <p:nvPr/>
        </p:nvSpPr>
        <p:spPr>
          <a:xfrm>
            <a:off x="4370831" y="2660904"/>
            <a:ext cx="3310128" cy="155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9A3412"/>
                </a:solidFill>
                <a:latin typeface="Inter"/>
              </a:rPr>
              <a:t>₹370 COMBINED VALUE</a:t>
            </a:r>
          </a:p>
        </p:txBody>
      </p:sp>
      <p:sp>
        <p:nvSpPr>
          <p:cNvPr id="37" name="TextBox 39">
            <a:extLst>
              <a:ext uri="{FF2B5EF4-FFF2-40B4-BE49-F238E27FC236}">
                <a16:creationId xmlns:a16="http://schemas.microsoft.com/office/drawing/2014/main" id="{A468A970-BE6C-2C33-8723-0AF7FFF5F8D2}"/>
              </a:ext>
            </a:extLst>
          </p:cNvPr>
          <p:cNvSpPr txBox="1"/>
          <p:nvPr/>
        </p:nvSpPr>
        <p:spPr>
          <a:xfrm>
            <a:off x="4370831" y="2816352"/>
            <a:ext cx="331012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50" b="1">
                <a:solidFill>
                  <a:srgbClr val="C2410C"/>
                </a:solidFill>
                <a:latin typeface="Inter"/>
              </a:rPr>
              <a:t>39.49% MARGIN</a:t>
            </a:r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567254B9-01E6-9A8F-DE85-F9B23880E6DB}"/>
              </a:ext>
            </a:extLst>
          </p:cNvPr>
          <p:cNvSpPr txBox="1"/>
          <p:nvPr/>
        </p:nvSpPr>
        <p:spPr>
          <a:xfrm>
            <a:off x="4370831" y="3035808"/>
            <a:ext cx="33101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9A3412"/>
                </a:solidFill>
                <a:latin typeface="Inter"/>
              </a:rPr>
              <a:t>₹146.13 BUNDLE PROFIT</a:t>
            </a:r>
          </a:p>
        </p:txBody>
      </p:sp>
      <p:sp>
        <p:nvSpPr>
          <p:cNvPr id="39" name="TextBox 41">
            <a:extLst>
              <a:ext uri="{FF2B5EF4-FFF2-40B4-BE49-F238E27FC236}">
                <a16:creationId xmlns:a16="http://schemas.microsoft.com/office/drawing/2014/main" id="{32D4E910-7810-C880-E538-D55EF57D90E3}"/>
              </a:ext>
            </a:extLst>
          </p:cNvPr>
          <p:cNvSpPr txBox="1"/>
          <p:nvPr/>
        </p:nvSpPr>
        <p:spPr>
          <a:xfrm>
            <a:off x="4370831" y="3191256"/>
            <a:ext cx="33101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20" b="0">
                <a:solidFill>
                  <a:srgbClr val="64748B"/>
                </a:solidFill>
                <a:latin typeface="Inter"/>
              </a:rPr>
              <a:t>High-volume meal + high-margin add-ons</a:t>
            </a:r>
          </a:p>
        </p:txBody>
      </p:sp>
      <p:sp>
        <p:nvSpPr>
          <p:cNvPr id="40" name="Rounded Rectangle 42">
            <a:extLst>
              <a:ext uri="{FF2B5EF4-FFF2-40B4-BE49-F238E27FC236}">
                <a16:creationId xmlns:a16="http://schemas.microsoft.com/office/drawing/2014/main" id="{459FB0C4-AADB-3B43-8E4F-AA8E0EFEDB13}"/>
              </a:ext>
            </a:extLst>
          </p:cNvPr>
          <p:cNvSpPr/>
          <p:nvPr/>
        </p:nvSpPr>
        <p:spPr>
          <a:xfrm>
            <a:off x="4370831" y="3346704"/>
            <a:ext cx="3310128" cy="173736"/>
          </a:xfrm>
          <a:prstGeom prst="roundRect">
            <a:avLst/>
          </a:prstGeom>
          <a:solidFill>
            <a:srgbClr val="FFF7ED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1" name="TextBox 43">
            <a:extLst>
              <a:ext uri="{FF2B5EF4-FFF2-40B4-BE49-F238E27FC236}">
                <a16:creationId xmlns:a16="http://schemas.microsoft.com/office/drawing/2014/main" id="{19382862-6DA6-5145-004A-7A14ED44AD67}"/>
              </a:ext>
            </a:extLst>
          </p:cNvPr>
          <p:cNvSpPr txBox="1"/>
          <p:nvPr/>
        </p:nvSpPr>
        <p:spPr>
          <a:xfrm>
            <a:off x="4370831" y="3346704"/>
            <a:ext cx="3310128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60" b="1">
                <a:solidFill>
                  <a:srgbClr val="15803D"/>
                </a:solidFill>
                <a:latin typeface="Inter"/>
              </a:rPr>
              <a:t>→ Promote as complete-meal combo</a:t>
            </a:r>
          </a:p>
        </p:txBody>
      </p:sp>
      <p:sp>
        <p:nvSpPr>
          <p:cNvPr id="42" name="Rounded Rectangle 44">
            <a:extLst>
              <a:ext uri="{FF2B5EF4-FFF2-40B4-BE49-F238E27FC236}">
                <a16:creationId xmlns:a16="http://schemas.microsoft.com/office/drawing/2014/main" id="{E903BA65-4CF8-79BE-8F86-6D652A3801B8}"/>
              </a:ext>
            </a:extLst>
          </p:cNvPr>
          <p:cNvSpPr/>
          <p:nvPr/>
        </p:nvSpPr>
        <p:spPr>
          <a:xfrm>
            <a:off x="7973567" y="1264517"/>
            <a:ext cx="3602736" cy="232780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3" name="TextBox 45">
            <a:extLst>
              <a:ext uri="{FF2B5EF4-FFF2-40B4-BE49-F238E27FC236}">
                <a16:creationId xmlns:a16="http://schemas.microsoft.com/office/drawing/2014/main" id="{9E31DDD6-F22B-EEE4-AF33-A29A1AE128AC}"/>
              </a:ext>
            </a:extLst>
          </p:cNvPr>
          <p:cNvSpPr txBox="1"/>
          <p:nvPr/>
        </p:nvSpPr>
        <p:spPr>
          <a:xfrm>
            <a:off x="8119871" y="1307592"/>
            <a:ext cx="3310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172A"/>
                </a:solidFill>
                <a:latin typeface="Plus Jakarta Sans"/>
              </a:rPr>
              <a:t>🌯 Paneer Roll + ☕ Cold Coffee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855A406-216B-4995-F6DB-A613D10B40A1}"/>
              </a:ext>
            </a:extLst>
          </p:cNvPr>
          <p:cNvSpPr/>
          <p:nvPr/>
        </p:nvSpPr>
        <p:spPr>
          <a:xfrm>
            <a:off x="8119871" y="1636776"/>
            <a:ext cx="331012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5" name="TextBox 47">
            <a:extLst>
              <a:ext uri="{FF2B5EF4-FFF2-40B4-BE49-F238E27FC236}">
                <a16:creationId xmlns:a16="http://schemas.microsoft.com/office/drawing/2014/main" id="{C80708B4-FBCE-3E95-E25D-393FD9B5BB99}"/>
              </a:ext>
            </a:extLst>
          </p:cNvPr>
          <p:cNvSpPr txBox="1"/>
          <p:nvPr/>
        </p:nvSpPr>
        <p:spPr>
          <a:xfrm>
            <a:off x="8083295" y="1746504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Paneer Roll</a:t>
            </a:r>
          </a:p>
        </p:txBody>
      </p:sp>
      <p:sp>
        <p:nvSpPr>
          <p:cNvPr id="46" name="TextBox 48">
            <a:extLst>
              <a:ext uri="{FF2B5EF4-FFF2-40B4-BE49-F238E27FC236}">
                <a16:creationId xmlns:a16="http://schemas.microsoft.com/office/drawing/2014/main" id="{14B55BAF-30F0-35B6-6AE9-81C7C996FDC2}"/>
              </a:ext>
            </a:extLst>
          </p:cNvPr>
          <p:cNvSpPr txBox="1"/>
          <p:nvPr/>
        </p:nvSpPr>
        <p:spPr>
          <a:xfrm>
            <a:off x="8083295" y="1975104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4F6128"/>
                </a:solidFill>
                <a:latin typeface="Inter"/>
              </a:rPr>
              <a:t>₹170</a:t>
            </a:r>
          </a:p>
        </p:txBody>
      </p:sp>
      <p:sp>
        <p:nvSpPr>
          <p:cNvPr id="47" name="TextBox 49">
            <a:extLst>
              <a:ext uri="{FF2B5EF4-FFF2-40B4-BE49-F238E27FC236}">
                <a16:creationId xmlns:a16="http://schemas.microsoft.com/office/drawing/2014/main" id="{83194088-F6EB-9538-B600-3D0B23F2FEA1}"/>
              </a:ext>
            </a:extLst>
          </p:cNvPr>
          <p:cNvSpPr txBox="1"/>
          <p:nvPr/>
        </p:nvSpPr>
        <p:spPr>
          <a:xfrm>
            <a:off x="8083295" y="2258568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33.96%</a:t>
            </a:r>
          </a:p>
        </p:txBody>
      </p:sp>
      <p:sp>
        <p:nvSpPr>
          <p:cNvPr id="48" name="TextBox 50">
            <a:extLst>
              <a:ext uri="{FF2B5EF4-FFF2-40B4-BE49-F238E27FC236}">
                <a16:creationId xmlns:a16="http://schemas.microsoft.com/office/drawing/2014/main" id="{F2326F25-7313-8BBB-A74C-588BA1CA70EC}"/>
              </a:ext>
            </a:extLst>
          </p:cNvPr>
          <p:cNvSpPr txBox="1"/>
          <p:nvPr/>
        </p:nvSpPr>
        <p:spPr>
          <a:xfrm>
            <a:off x="9692639" y="1746504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Cold Coffee</a:t>
            </a:r>
          </a:p>
        </p:txBody>
      </p:sp>
      <p:sp>
        <p:nvSpPr>
          <p:cNvPr id="49" name="TextBox 51">
            <a:extLst>
              <a:ext uri="{FF2B5EF4-FFF2-40B4-BE49-F238E27FC236}">
                <a16:creationId xmlns:a16="http://schemas.microsoft.com/office/drawing/2014/main" id="{20230881-30AD-21AE-D1C7-29F9DA6F04C5}"/>
              </a:ext>
            </a:extLst>
          </p:cNvPr>
          <p:cNvSpPr txBox="1"/>
          <p:nvPr/>
        </p:nvSpPr>
        <p:spPr>
          <a:xfrm>
            <a:off x="9692639" y="1975104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4F6128"/>
                </a:solidFill>
                <a:latin typeface="Inter"/>
              </a:rPr>
              <a:t>₹140</a:t>
            </a:r>
          </a:p>
        </p:txBody>
      </p:sp>
      <p:sp>
        <p:nvSpPr>
          <p:cNvPr id="50" name="TextBox 52">
            <a:extLst>
              <a:ext uri="{FF2B5EF4-FFF2-40B4-BE49-F238E27FC236}">
                <a16:creationId xmlns:a16="http://schemas.microsoft.com/office/drawing/2014/main" id="{FCEF406A-3F4E-BDF7-E31C-25CF075D759F}"/>
              </a:ext>
            </a:extLst>
          </p:cNvPr>
          <p:cNvSpPr txBox="1"/>
          <p:nvPr/>
        </p:nvSpPr>
        <p:spPr>
          <a:xfrm>
            <a:off x="9692639" y="2258568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43.95%</a:t>
            </a:r>
          </a:p>
        </p:txBody>
      </p:sp>
      <p:sp>
        <p:nvSpPr>
          <p:cNvPr id="51" name="TextBox 53">
            <a:extLst>
              <a:ext uri="{FF2B5EF4-FFF2-40B4-BE49-F238E27FC236}">
                <a16:creationId xmlns:a16="http://schemas.microsoft.com/office/drawing/2014/main" id="{5FBBA8C6-FCFA-81DA-2BBB-56A55249D647}"/>
              </a:ext>
            </a:extLst>
          </p:cNvPr>
          <p:cNvSpPr txBox="1"/>
          <p:nvPr/>
        </p:nvSpPr>
        <p:spPr>
          <a:xfrm>
            <a:off x="8110727" y="2429014"/>
            <a:ext cx="3328416" cy="20774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chemeClr val="accent3">
                    <a:lumMod val="49000"/>
                  </a:schemeClr>
                </a:solidFill>
                <a:latin typeface="Inter"/>
              </a:rPr>
              <a:t>↓ COMBINED BUNDLE METRICS</a:t>
            </a:r>
            <a:endParaRPr lang="en-US" sz="750" b="1">
              <a:solidFill>
                <a:schemeClr val="accent3">
                  <a:lumMod val="49000"/>
                </a:schemeClr>
              </a:solidFill>
              <a:latin typeface="Inter"/>
              <a:ea typeface="Inter"/>
            </a:endParaRPr>
          </a:p>
        </p:txBody>
      </p:sp>
      <p:sp>
        <p:nvSpPr>
          <p:cNvPr id="52" name="Rounded Rectangle 54">
            <a:extLst>
              <a:ext uri="{FF2B5EF4-FFF2-40B4-BE49-F238E27FC236}">
                <a16:creationId xmlns:a16="http://schemas.microsoft.com/office/drawing/2014/main" id="{3F431D34-8446-8C54-B176-F1C582CAB958}"/>
              </a:ext>
            </a:extLst>
          </p:cNvPr>
          <p:cNvSpPr/>
          <p:nvPr/>
        </p:nvSpPr>
        <p:spPr>
          <a:xfrm>
            <a:off x="8119871" y="2633472"/>
            <a:ext cx="3310128" cy="53035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3" name="TextBox 55">
            <a:extLst>
              <a:ext uri="{FF2B5EF4-FFF2-40B4-BE49-F238E27FC236}">
                <a16:creationId xmlns:a16="http://schemas.microsoft.com/office/drawing/2014/main" id="{E307737D-64AC-2105-5AA4-3DBFEA6FFF31}"/>
              </a:ext>
            </a:extLst>
          </p:cNvPr>
          <p:cNvSpPr txBox="1"/>
          <p:nvPr/>
        </p:nvSpPr>
        <p:spPr>
          <a:xfrm>
            <a:off x="8119871" y="2630906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4F6128"/>
                </a:solidFill>
                <a:latin typeface="Inter"/>
              </a:rPr>
              <a:t>₹310 COMBINED VALUE</a:t>
            </a:r>
          </a:p>
        </p:txBody>
      </p:sp>
      <p:sp>
        <p:nvSpPr>
          <p:cNvPr id="54" name="TextBox 56">
            <a:extLst>
              <a:ext uri="{FF2B5EF4-FFF2-40B4-BE49-F238E27FC236}">
                <a16:creationId xmlns:a16="http://schemas.microsoft.com/office/drawing/2014/main" id="{2CD30CD6-4371-E78E-33A8-2B852A6A2CDD}"/>
              </a:ext>
            </a:extLst>
          </p:cNvPr>
          <p:cNvSpPr txBox="1"/>
          <p:nvPr/>
        </p:nvSpPr>
        <p:spPr>
          <a:xfrm>
            <a:off x="8119871" y="2772917"/>
            <a:ext cx="3310128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50" b="1">
                <a:solidFill>
                  <a:srgbClr val="4F6128"/>
                </a:solidFill>
                <a:latin typeface="Inter"/>
              </a:rPr>
              <a:t>38.47% MARGIN</a:t>
            </a:r>
          </a:p>
        </p:txBody>
      </p:sp>
      <p:sp>
        <p:nvSpPr>
          <p:cNvPr id="55" name="TextBox 57">
            <a:extLst>
              <a:ext uri="{FF2B5EF4-FFF2-40B4-BE49-F238E27FC236}">
                <a16:creationId xmlns:a16="http://schemas.microsoft.com/office/drawing/2014/main" id="{5A13BF27-4EE8-B6F5-6E1D-9EEEA61CBE28}"/>
              </a:ext>
            </a:extLst>
          </p:cNvPr>
          <p:cNvSpPr txBox="1"/>
          <p:nvPr/>
        </p:nvSpPr>
        <p:spPr>
          <a:xfrm>
            <a:off x="8119871" y="3001238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4F6128"/>
                </a:solidFill>
                <a:latin typeface="Inter"/>
              </a:rPr>
              <a:t>₹119.26 BUNDLE PROFIT</a:t>
            </a:r>
          </a:p>
        </p:txBody>
      </p:sp>
      <p:sp>
        <p:nvSpPr>
          <p:cNvPr id="56" name="TextBox 58">
            <a:extLst>
              <a:ext uri="{FF2B5EF4-FFF2-40B4-BE49-F238E27FC236}">
                <a16:creationId xmlns:a16="http://schemas.microsoft.com/office/drawing/2014/main" id="{97A255AB-1F45-39AC-C739-3937C062BB5E}"/>
              </a:ext>
            </a:extLst>
          </p:cNvPr>
          <p:cNvSpPr txBox="1"/>
          <p:nvPr/>
        </p:nvSpPr>
        <p:spPr>
          <a:xfrm>
            <a:off x="8119871" y="3191256"/>
            <a:ext cx="33101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20" b="0">
                <a:solidFill>
                  <a:srgbClr val="64748B"/>
                </a:solidFill>
                <a:latin typeface="Inter"/>
              </a:rPr>
              <a:t>694 units sold + high-margin beverage</a:t>
            </a:r>
          </a:p>
        </p:txBody>
      </p:sp>
      <p:sp>
        <p:nvSpPr>
          <p:cNvPr id="57" name="Rounded Rectangle 59">
            <a:extLst>
              <a:ext uri="{FF2B5EF4-FFF2-40B4-BE49-F238E27FC236}">
                <a16:creationId xmlns:a16="http://schemas.microsoft.com/office/drawing/2014/main" id="{171A8A0C-A9A6-1241-AFC1-E5CD5175A6F2}"/>
              </a:ext>
            </a:extLst>
          </p:cNvPr>
          <p:cNvSpPr/>
          <p:nvPr/>
        </p:nvSpPr>
        <p:spPr>
          <a:xfrm>
            <a:off x="8119871" y="3346704"/>
            <a:ext cx="3310128" cy="17373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8" name="TextBox 60">
            <a:extLst>
              <a:ext uri="{FF2B5EF4-FFF2-40B4-BE49-F238E27FC236}">
                <a16:creationId xmlns:a16="http://schemas.microsoft.com/office/drawing/2014/main" id="{83251605-6601-639A-B27C-774FCF947CEF}"/>
              </a:ext>
            </a:extLst>
          </p:cNvPr>
          <p:cNvSpPr txBox="1"/>
          <p:nvPr/>
        </p:nvSpPr>
        <p:spPr>
          <a:xfrm>
            <a:off x="8119871" y="3328928"/>
            <a:ext cx="3310128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60" b="1">
                <a:solidFill>
                  <a:srgbClr val="4F6128"/>
                </a:solidFill>
                <a:latin typeface="Inter"/>
              </a:rPr>
              <a:t>→ Cross-sell beverage with food</a:t>
            </a:r>
          </a:p>
        </p:txBody>
      </p:sp>
      <p:sp>
        <p:nvSpPr>
          <p:cNvPr id="59" name="Rounded Rectangle 61">
            <a:extLst>
              <a:ext uri="{FF2B5EF4-FFF2-40B4-BE49-F238E27FC236}">
                <a16:creationId xmlns:a16="http://schemas.microsoft.com/office/drawing/2014/main" id="{CEB319DA-C743-BF93-420C-DB8045E68A2A}"/>
              </a:ext>
            </a:extLst>
          </p:cNvPr>
          <p:cNvSpPr/>
          <p:nvPr/>
        </p:nvSpPr>
        <p:spPr>
          <a:xfrm>
            <a:off x="461111" y="3666744"/>
            <a:ext cx="3617113" cy="2514715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0" name="TextBox 62">
            <a:extLst>
              <a:ext uri="{FF2B5EF4-FFF2-40B4-BE49-F238E27FC236}">
                <a16:creationId xmlns:a16="http://schemas.microsoft.com/office/drawing/2014/main" id="{9ABDC71D-9A43-0C99-41FC-823C41C3B231}"/>
              </a:ext>
            </a:extLst>
          </p:cNvPr>
          <p:cNvSpPr txBox="1"/>
          <p:nvPr/>
        </p:nvSpPr>
        <p:spPr>
          <a:xfrm>
            <a:off x="621792" y="3767328"/>
            <a:ext cx="3310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172A"/>
                </a:solidFill>
                <a:latin typeface="Plus Jakarta Sans"/>
              </a:rPr>
              <a:t>🍟 French Fries + ☕ Cold Coffee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0081C05-8386-20E9-36D4-E802792B419E}"/>
              </a:ext>
            </a:extLst>
          </p:cNvPr>
          <p:cNvSpPr/>
          <p:nvPr/>
        </p:nvSpPr>
        <p:spPr>
          <a:xfrm>
            <a:off x="621792" y="4096511"/>
            <a:ext cx="331012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2" name="TextBox 64">
            <a:extLst>
              <a:ext uri="{FF2B5EF4-FFF2-40B4-BE49-F238E27FC236}">
                <a16:creationId xmlns:a16="http://schemas.microsoft.com/office/drawing/2014/main" id="{2F1DACE9-FDF6-A489-CCAD-FDE7FAE34C90}"/>
              </a:ext>
            </a:extLst>
          </p:cNvPr>
          <p:cNvSpPr txBox="1"/>
          <p:nvPr/>
        </p:nvSpPr>
        <p:spPr>
          <a:xfrm>
            <a:off x="585216" y="4206240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French Fries</a:t>
            </a:r>
          </a:p>
        </p:txBody>
      </p:sp>
      <p:sp>
        <p:nvSpPr>
          <p:cNvPr id="63" name="TextBox 65">
            <a:extLst>
              <a:ext uri="{FF2B5EF4-FFF2-40B4-BE49-F238E27FC236}">
                <a16:creationId xmlns:a16="http://schemas.microsoft.com/office/drawing/2014/main" id="{0A4CB956-26AB-CE4B-C25C-EB63DE5E751F}"/>
              </a:ext>
            </a:extLst>
          </p:cNvPr>
          <p:cNvSpPr txBox="1"/>
          <p:nvPr/>
        </p:nvSpPr>
        <p:spPr>
          <a:xfrm>
            <a:off x="585216" y="4434840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1D1B10"/>
                </a:solidFill>
                <a:latin typeface="Inter"/>
              </a:rPr>
              <a:t>₹120</a:t>
            </a:r>
          </a:p>
        </p:txBody>
      </p:sp>
      <p:sp>
        <p:nvSpPr>
          <p:cNvPr id="320" name="TextBox 66">
            <a:extLst>
              <a:ext uri="{FF2B5EF4-FFF2-40B4-BE49-F238E27FC236}">
                <a16:creationId xmlns:a16="http://schemas.microsoft.com/office/drawing/2014/main" id="{DC420C12-42A3-1119-1A9D-52EE5503A77B}"/>
              </a:ext>
            </a:extLst>
          </p:cNvPr>
          <p:cNvSpPr txBox="1"/>
          <p:nvPr/>
        </p:nvSpPr>
        <p:spPr>
          <a:xfrm>
            <a:off x="585216" y="4718304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44.35%</a:t>
            </a:r>
          </a:p>
        </p:txBody>
      </p:sp>
      <p:sp>
        <p:nvSpPr>
          <p:cNvPr id="321" name="TextBox 67">
            <a:extLst>
              <a:ext uri="{FF2B5EF4-FFF2-40B4-BE49-F238E27FC236}">
                <a16:creationId xmlns:a16="http://schemas.microsoft.com/office/drawing/2014/main" id="{CF9D1303-E291-4C1A-A519-4E7174550274}"/>
              </a:ext>
            </a:extLst>
          </p:cNvPr>
          <p:cNvSpPr txBox="1"/>
          <p:nvPr/>
        </p:nvSpPr>
        <p:spPr>
          <a:xfrm>
            <a:off x="2194560" y="4206240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Cold Coffee</a:t>
            </a:r>
          </a:p>
        </p:txBody>
      </p:sp>
      <p:sp>
        <p:nvSpPr>
          <p:cNvPr id="322" name="TextBox 68">
            <a:extLst>
              <a:ext uri="{FF2B5EF4-FFF2-40B4-BE49-F238E27FC236}">
                <a16:creationId xmlns:a16="http://schemas.microsoft.com/office/drawing/2014/main" id="{362DFD8D-7996-278E-FB43-405B9B718274}"/>
              </a:ext>
            </a:extLst>
          </p:cNvPr>
          <p:cNvSpPr txBox="1"/>
          <p:nvPr/>
        </p:nvSpPr>
        <p:spPr>
          <a:xfrm>
            <a:off x="2194560" y="4434840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1D1B10"/>
                </a:solidFill>
                <a:latin typeface="Inter"/>
              </a:rPr>
              <a:t>₹140</a:t>
            </a:r>
          </a:p>
        </p:txBody>
      </p:sp>
      <p:sp>
        <p:nvSpPr>
          <p:cNvPr id="323" name="TextBox 69">
            <a:extLst>
              <a:ext uri="{FF2B5EF4-FFF2-40B4-BE49-F238E27FC236}">
                <a16:creationId xmlns:a16="http://schemas.microsoft.com/office/drawing/2014/main" id="{A30E9274-4294-CCF2-A003-1161391C0BC5}"/>
              </a:ext>
            </a:extLst>
          </p:cNvPr>
          <p:cNvSpPr txBox="1"/>
          <p:nvPr/>
        </p:nvSpPr>
        <p:spPr>
          <a:xfrm>
            <a:off x="2194560" y="4718304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43.95%</a:t>
            </a:r>
          </a:p>
        </p:txBody>
      </p:sp>
      <p:sp>
        <p:nvSpPr>
          <p:cNvPr id="324" name="TextBox 70">
            <a:extLst>
              <a:ext uri="{FF2B5EF4-FFF2-40B4-BE49-F238E27FC236}">
                <a16:creationId xmlns:a16="http://schemas.microsoft.com/office/drawing/2014/main" id="{DEB548AB-48A5-240D-B79B-927F498D6C43}"/>
              </a:ext>
            </a:extLst>
          </p:cNvPr>
          <p:cNvSpPr txBox="1"/>
          <p:nvPr/>
        </p:nvSpPr>
        <p:spPr>
          <a:xfrm>
            <a:off x="612648" y="4888750"/>
            <a:ext cx="3328416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1D1B10"/>
                </a:solidFill>
                <a:latin typeface="Inter"/>
              </a:rPr>
              <a:t>↓ COMBINED BUNDLE METRICS</a:t>
            </a:r>
          </a:p>
        </p:txBody>
      </p:sp>
      <p:sp>
        <p:nvSpPr>
          <p:cNvPr id="325" name="Rounded Rectangle 71">
            <a:extLst>
              <a:ext uri="{FF2B5EF4-FFF2-40B4-BE49-F238E27FC236}">
                <a16:creationId xmlns:a16="http://schemas.microsoft.com/office/drawing/2014/main" id="{292632D0-1AEF-564A-783E-9071B22EBF88}"/>
              </a:ext>
            </a:extLst>
          </p:cNvPr>
          <p:cNvSpPr/>
          <p:nvPr/>
        </p:nvSpPr>
        <p:spPr>
          <a:xfrm>
            <a:off x="621792" y="5093208"/>
            <a:ext cx="3310128" cy="530352"/>
          </a:xfrm>
          <a:prstGeom prst="roundRect">
            <a:avLst/>
          </a:prstGeom>
          <a:solidFill>
            <a:srgbClr val="FFF7ED"/>
          </a:solidFill>
          <a:ln>
            <a:solidFill>
              <a:schemeClr val="tx2">
                <a:lumMod val="1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26" name="TextBox 72">
            <a:extLst>
              <a:ext uri="{FF2B5EF4-FFF2-40B4-BE49-F238E27FC236}">
                <a16:creationId xmlns:a16="http://schemas.microsoft.com/office/drawing/2014/main" id="{C5DB58C7-3E08-0E84-9A0D-FBCF8595F6D6}"/>
              </a:ext>
            </a:extLst>
          </p:cNvPr>
          <p:cNvSpPr txBox="1"/>
          <p:nvPr/>
        </p:nvSpPr>
        <p:spPr>
          <a:xfrm>
            <a:off x="621792" y="5090642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1D1B10"/>
                </a:solidFill>
                <a:latin typeface="Inter"/>
              </a:rPr>
              <a:t>₹260 COMBINED VALUE</a:t>
            </a:r>
          </a:p>
        </p:txBody>
      </p:sp>
      <p:sp>
        <p:nvSpPr>
          <p:cNvPr id="327" name="TextBox 73">
            <a:extLst>
              <a:ext uri="{FF2B5EF4-FFF2-40B4-BE49-F238E27FC236}">
                <a16:creationId xmlns:a16="http://schemas.microsoft.com/office/drawing/2014/main" id="{FA552C66-4AA2-F855-D1EB-D51244A59B50}"/>
              </a:ext>
            </a:extLst>
          </p:cNvPr>
          <p:cNvSpPr txBox="1"/>
          <p:nvPr/>
        </p:nvSpPr>
        <p:spPr>
          <a:xfrm>
            <a:off x="621792" y="5232653"/>
            <a:ext cx="3310128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50" b="1">
                <a:solidFill>
                  <a:srgbClr val="1D1B10"/>
                </a:solidFill>
                <a:latin typeface="Inter"/>
              </a:rPr>
              <a:t>44.13% MARGIN</a:t>
            </a:r>
          </a:p>
        </p:txBody>
      </p:sp>
      <p:sp>
        <p:nvSpPr>
          <p:cNvPr id="328" name="TextBox 74">
            <a:extLst>
              <a:ext uri="{FF2B5EF4-FFF2-40B4-BE49-F238E27FC236}">
                <a16:creationId xmlns:a16="http://schemas.microsoft.com/office/drawing/2014/main" id="{41FC6167-AFB6-08EE-26E1-71B1E66EA0E7}"/>
              </a:ext>
            </a:extLst>
          </p:cNvPr>
          <p:cNvSpPr txBox="1"/>
          <p:nvPr/>
        </p:nvSpPr>
        <p:spPr>
          <a:xfrm>
            <a:off x="621792" y="5460974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1D1B10"/>
                </a:solidFill>
                <a:latin typeface="Inter"/>
              </a:rPr>
              <a:t>₹114.75 BUNDLE PROFIT</a:t>
            </a:r>
          </a:p>
        </p:txBody>
      </p:sp>
      <p:sp>
        <p:nvSpPr>
          <p:cNvPr id="329" name="TextBox 75">
            <a:extLst>
              <a:ext uri="{FF2B5EF4-FFF2-40B4-BE49-F238E27FC236}">
                <a16:creationId xmlns:a16="http://schemas.microsoft.com/office/drawing/2014/main" id="{B85D54A1-B525-8F56-99D3-7AF5847D9BFC}"/>
              </a:ext>
            </a:extLst>
          </p:cNvPr>
          <p:cNvSpPr txBox="1"/>
          <p:nvPr/>
        </p:nvSpPr>
        <p:spPr>
          <a:xfrm>
            <a:off x="621792" y="5650992"/>
            <a:ext cx="33101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20" b="0">
                <a:solidFill>
                  <a:srgbClr val="64748B"/>
                </a:solidFill>
                <a:latin typeface="Inter"/>
              </a:rPr>
              <a:t>Both products maintain 40%+ margins</a:t>
            </a:r>
          </a:p>
        </p:txBody>
      </p:sp>
      <p:sp>
        <p:nvSpPr>
          <p:cNvPr id="330" name="Rounded Rectangle 76">
            <a:extLst>
              <a:ext uri="{FF2B5EF4-FFF2-40B4-BE49-F238E27FC236}">
                <a16:creationId xmlns:a16="http://schemas.microsoft.com/office/drawing/2014/main" id="{F74A39D6-AE04-F96F-8424-EA109F74A833}"/>
              </a:ext>
            </a:extLst>
          </p:cNvPr>
          <p:cNvSpPr/>
          <p:nvPr/>
        </p:nvSpPr>
        <p:spPr>
          <a:xfrm>
            <a:off x="621792" y="5806440"/>
            <a:ext cx="3310128" cy="173736"/>
          </a:xfrm>
          <a:prstGeom prst="roundRect">
            <a:avLst/>
          </a:prstGeom>
          <a:solidFill>
            <a:srgbClr val="FFF7ED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1" name="TextBox 77">
            <a:extLst>
              <a:ext uri="{FF2B5EF4-FFF2-40B4-BE49-F238E27FC236}">
                <a16:creationId xmlns:a16="http://schemas.microsoft.com/office/drawing/2014/main" id="{4A98C0CA-5C88-3C64-1288-87D8F0FF2E28}"/>
              </a:ext>
            </a:extLst>
          </p:cNvPr>
          <p:cNvSpPr txBox="1"/>
          <p:nvPr/>
        </p:nvSpPr>
        <p:spPr>
          <a:xfrm>
            <a:off x="621792" y="5788664"/>
            <a:ext cx="3310128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60" b="1">
                <a:solidFill>
                  <a:srgbClr val="1D1B10"/>
                </a:solidFill>
                <a:latin typeface="Inter"/>
              </a:rPr>
              <a:t>→ Build demand without deep discounts</a:t>
            </a:r>
          </a:p>
        </p:txBody>
      </p:sp>
      <p:sp>
        <p:nvSpPr>
          <p:cNvPr id="332" name="Rounded Rectangle 78">
            <a:extLst>
              <a:ext uri="{FF2B5EF4-FFF2-40B4-BE49-F238E27FC236}">
                <a16:creationId xmlns:a16="http://schemas.microsoft.com/office/drawing/2014/main" id="{2C951A00-B25A-ED56-C5FE-0D63F117E275}"/>
              </a:ext>
            </a:extLst>
          </p:cNvPr>
          <p:cNvSpPr/>
          <p:nvPr/>
        </p:nvSpPr>
        <p:spPr>
          <a:xfrm>
            <a:off x="4224527" y="3609235"/>
            <a:ext cx="3602736" cy="251471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3" name="TextBox 79">
            <a:extLst>
              <a:ext uri="{FF2B5EF4-FFF2-40B4-BE49-F238E27FC236}">
                <a16:creationId xmlns:a16="http://schemas.microsoft.com/office/drawing/2014/main" id="{378AD992-AF62-5C0F-BE9D-019503A0E982}"/>
              </a:ext>
            </a:extLst>
          </p:cNvPr>
          <p:cNvSpPr txBox="1"/>
          <p:nvPr/>
        </p:nvSpPr>
        <p:spPr>
          <a:xfrm>
            <a:off x="4370831" y="3767328"/>
            <a:ext cx="3310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172A"/>
                </a:solidFill>
                <a:latin typeface="Plus Jakarta Sans"/>
              </a:rPr>
              <a:t>🧀 Nachos + 🥤 Chocolate Shake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BBED295D-D836-9060-1FD9-8B83DF3E858D}"/>
              </a:ext>
            </a:extLst>
          </p:cNvPr>
          <p:cNvSpPr/>
          <p:nvPr/>
        </p:nvSpPr>
        <p:spPr>
          <a:xfrm>
            <a:off x="4370831" y="4096511"/>
            <a:ext cx="331012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5" name="TextBox 81">
            <a:extLst>
              <a:ext uri="{FF2B5EF4-FFF2-40B4-BE49-F238E27FC236}">
                <a16:creationId xmlns:a16="http://schemas.microsoft.com/office/drawing/2014/main" id="{59C6AEA8-D6B4-F8D6-3EDF-7E7251C1924F}"/>
              </a:ext>
            </a:extLst>
          </p:cNvPr>
          <p:cNvSpPr txBox="1"/>
          <p:nvPr/>
        </p:nvSpPr>
        <p:spPr>
          <a:xfrm>
            <a:off x="4334255" y="4206240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Nachos</a:t>
            </a:r>
          </a:p>
        </p:txBody>
      </p:sp>
      <p:sp>
        <p:nvSpPr>
          <p:cNvPr id="336" name="TextBox 82">
            <a:extLst>
              <a:ext uri="{FF2B5EF4-FFF2-40B4-BE49-F238E27FC236}">
                <a16:creationId xmlns:a16="http://schemas.microsoft.com/office/drawing/2014/main" id="{48CFCFF1-3C59-620C-4805-EAB4FF9F15B7}"/>
              </a:ext>
            </a:extLst>
          </p:cNvPr>
          <p:cNvSpPr txBox="1"/>
          <p:nvPr/>
        </p:nvSpPr>
        <p:spPr>
          <a:xfrm>
            <a:off x="4334255" y="4434840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3F3151"/>
                </a:solidFill>
                <a:latin typeface="Inter"/>
              </a:rPr>
              <a:t>₹130</a:t>
            </a:r>
          </a:p>
        </p:txBody>
      </p:sp>
      <p:sp>
        <p:nvSpPr>
          <p:cNvPr id="337" name="TextBox 83">
            <a:extLst>
              <a:ext uri="{FF2B5EF4-FFF2-40B4-BE49-F238E27FC236}">
                <a16:creationId xmlns:a16="http://schemas.microsoft.com/office/drawing/2014/main" id="{6C42783A-FD81-E699-D1B5-99D72E2558FD}"/>
              </a:ext>
            </a:extLst>
          </p:cNvPr>
          <p:cNvSpPr txBox="1"/>
          <p:nvPr/>
        </p:nvSpPr>
        <p:spPr>
          <a:xfrm>
            <a:off x="4334255" y="4718304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40.40%</a:t>
            </a:r>
          </a:p>
        </p:txBody>
      </p:sp>
      <p:sp>
        <p:nvSpPr>
          <p:cNvPr id="338" name="TextBox 84">
            <a:extLst>
              <a:ext uri="{FF2B5EF4-FFF2-40B4-BE49-F238E27FC236}">
                <a16:creationId xmlns:a16="http://schemas.microsoft.com/office/drawing/2014/main" id="{CE109F38-F3A3-0A01-5905-FA1EB0A7C6A7}"/>
              </a:ext>
            </a:extLst>
          </p:cNvPr>
          <p:cNvSpPr txBox="1"/>
          <p:nvPr/>
        </p:nvSpPr>
        <p:spPr>
          <a:xfrm>
            <a:off x="5943599" y="4206240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Chocolate Shake</a:t>
            </a:r>
          </a:p>
        </p:txBody>
      </p:sp>
      <p:sp>
        <p:nvSpPr>
          <p:cNvPr id="339" name="TextBox 85">
            <a:extLst>
              <a:ext uri="{FF2B5EF4-FFF2-40B4-BE49-F238E27FC236}">
                <a16:creationId xmlns:a16="http://schemas.microsoft.com/office/drawing/2014/main" id="{46D418CC-18FB-C319-A883-2C7D3DC01EBF}"/>
              </a:ext>
            </a:extLst>
          </p:cNvPr>
          <p:cNvSpPr txBox="1"/>
          <p:nvPr/>
        </p:nvSpPr>
        <p:spPr>
          <a:xfrm>
            <a:off x="5943599" y="4434840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3F3151"/>
                </a:solidFill>
                <a:latin typeface="Inter"/>
              </a:rPr>
              <a:t>₹160</a:t>
            </a:r>
          </a:p>
        </p:txBody>
      </p:sp>
      <p:sp>
        <p:nvSpPr>
          <p:cNvPr id="340" name="TextBox 86">
            <a:extLst>
              <a:ext uri="{FF2B5EF4-FFF2-40B4-BE49-F238E27FC236}">
                <a16:creationId xmlns:a16="http://schemas.microsoft.com/office/drawing/2014/main" id="{7DB5849D-EA50-4844-AB0D-40DD59D68D45}"/>
              </a:ext>
            </a:extLst>
          </p:cNvPr>
          <p:cNvSpPr txBox="1"/>
          <p:nvPr/>
        </p:nvSpPr>
        <p:spPr>
          <a:xfrm>
            <a:off x="5943599" y="4718304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40.09%</a:t>
            </a:r>
          </a:p>
        </p:txBody>
      </p:sp>
      <p:sp>
        <p:nvSpPr>
          <p:cNvPr id="341" name="TextBox 87">
            <a:extLst>
              <a:ext uri="{FF2B5EF4-FFF2-40B4-BE49-F238E27FC236}">
                <a16:creationId xmlns:a16="http://schemas.microsoft.com/office/drawing/2014/main" id="{5E8543B7-EA01-6B8D-115C-A7FB2C7220CC}"/>
              </a:ext>
            </a:extLst>
          </p:cNvPr>
          <p:cNvSpPr txBox="1"/>
          <p:nvPr/>
        </p:nvSpPr>
        <p:spPr>
          <a:xfrm>
            <a:off x="4361688" y="4888750"/>
            <a:ext cx="3328416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3F3151"/>
                </a:solidFill>
                <a:latin typeface="Inter"/>
              </a:rPr>
              <a:t>↓ COMBINED BUNDLE METRICS</a:t>
            </a:r>
          </a:p>
        </p:txBody>
      </p:sp>
      <p:sp>
        <p:nvSpPr>
          <p:cNvPr id="342" name="Rounded Rectangle 88">
            <a:extLst>
              <a:ext uri="{FF2B5EF4-FFF2-40B4-BE49-F238E27FC236}">
                <a16:creationId xmlns:a16="http://schemas.microsoft.com/office/drawing/2014/main" id="{7AF0FA6B-D5BE-E657-5D93-5221F2039456}"/>
              </a:ext>
            </a:extLst>
          </p:cNvPr>
          <p:cNvSpPr/>
          <p:nvPr/>
        </p:nvSpPr>
        <p:spPr>
          <a:xfrm>
            <a:off x="4370831" y="5093208"/>
            <a:ext cx="3310128" cy="5303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43" name="TextBox 89">
            <a:extLst>
              <a:ext uri="{FF2B5EF4-FFF2-40B4-BE49-F238E27FC236}">
                <a16:creationId xmlns:a16="http://schemas.microsoft.com/office/drawing/2014/main" id="{AED1AE43-67CD-84CE-CD2E-C8AC26100E40}"/>
              </a:ext>
            </a:extLst>
          </p:cNvPr>
          <p:cNvSpPr txBox="1"/>
          <p:nvPr/>
        </p:nvSpPr>
        <p:spPr>
          <a:xfrm>
            <a:off x="4370831" y="5090642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3F3151"/>
                </a:solidFill>
                <a:latin typeface="Inter"/>
              </a:rPr>
              <a:t>₹290 COMBINED VALUE</a:t>
            </a:r>
          </a:p>
        </p:txBody>
      </p:sp>
      <p:sp>
        <p:nvSpPr>
          <p:cNvPr id="344" name="TextBox 90">
            <a:extLst>
              <a:ext uri="{FF2B5EF4-FFF2-40B4-BE49-F238E27FC236}">
                <a16:creationId xmlns:a16="http://schemas.microsoft.com/office/drawing/2014/main" id="{5ABD4375-0FAA-C66D-D896-6B0B249E044B}"/>
              </a:ext>
            </a:extLst>
          </p:cNvPr>
          <p:cNvSpPr txBox="1"/>
          <p:nvPr/>
        </p:nvSpPr>
        <p:spPr>
          <a:xfrm>
            <a:off x="4370831" y="5232653"/>
            <a:ext cx="3310128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50" b="1">
                <a:solidFill>
                  <a:srgbClr val="3F3151"/>
                </a:solidFill>
                <a:latin typeface="Inter"/>
              </a:rPr>
              <a:t>40.23% MARGIN</a:t>
            </a:r>
          </a:p>
        </p:txBody>
      </p:sp>
      <p:sp>
        <p:nvSpPr>
          <p:cNvPr id="345" name="TextBox 91">
            <a:extLst>
              <a:ext uri="{FF2B5EF4-FFF2-40B4-BE49-F238E27FC236}">
                <a16:creationId xmlns:a16="http://schemas.microsoft.com/office/drawing/2014/main" id="{DF18DCC2-BA04-8B73-2566-8C97F4CAFF72}"/>
              </a:ext>
            </a:extLst>
          </p:cNvPr>
          <p:cNvSpPr txBox="1"/>
          <p:nvPr/>
        </p:nvSpPr>
        <p:spPr>
          <a:xfrm>
            <a:off x="4370831" y="5460974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3F3151"/>
                </a:solidFill>
                <a:latin typeface="Inter"/>
              </a:rPr>
              <a:t>₹116.66 BUNDLE PROFIT</a:t>
            </a:r>
          </a:p>
        </p:txBody>
      </p:sp>
      <p:sp>
        <p:nvSpPr>
          <p:cNvPr id="346" name="TextBox 92">
            <a:extLst>
              <a:ext uri="{FF2B5EF4-FFF2-40B4-BE49-F238E27FC236}">
                <a16:creationId xmlns:a16="http://schemas.microsoft.com/office/drawing/2014/main" id="{57F77E82-002D-648B-324B-A63CC178BF17}"/>
              </a:ext>
            </a:extLst>
          </p:cNvPr>
          <p:cNvSpPr txBox="1"/>
          <p:nvPr/>
        </p:nvSpPr>
        <p:spPr>
          <a:xfrm>
            <a:off x="4370831" y="5650992"/>
            <a:ext cx="33101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20" b="0">
                <a:solidFill>
                  <a:srgbClr val="64748B"/>
                </a:solidFill>
                <a:latin typeface="Inter"/>
              </a:rPr>
              <a:t>Both products maintain 40%+ margins</a:t>
            </a:r>
          </a:p>
        </p:txBody>
      </p:sp>
      <p:sp>
        <p:nvSpPr>
          <p:cNvPr id="347" name="Rounded Rectangle 93">
            <a:extLst>
              <a:ext uri="{FF2B5EF4-FFF2-40B4-BE49-F238E27FC236}">
                <a16:creationId xmlns:a16="http://schemas.microsoft.com/office/drawing/2014/main" id="{55DC9A69-C906-3DDF-99FB-73AFE2269777}"/>
              </a:ext>
            </a:extLst>
          </p:cNvPr>
          <p:cNvSpPr/>
          <p:nvPr/>
        </p:nvSpPr>
        <p:spPr>
          <a:xfrm>
            <a:off x="4370831" y="5806440"/>
            <a:ext cx="3310128" cy="173736"/>
          </a:xfrm>
          <a:prstGeom prst="roundRect">
            <a:avLst/>
          </a:prstGeom>
          <a:solidFill>
            <a:srgbClr val="E6E0EC"/>
          </a:solidFill>
          <a:ln>
            <a:solidFill>
              <a:srgbClr val="F0F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48" name="TextBox 94">
            <a:extLst>
              <a:ext uri="{FF2B5EF4-FFF2-40B4-BE49-F238E27FC236}">
                <a16:creationId xmlns:a16="http://schemas.microsoft.com/office/drawing/2014/main" id="{DA664E2C-2711-CE4F-8C21-E10299BE1A64}"/>
              </a:ext>
            </a:extLst>
          </p:cNvPr>
          <p:cNvSpPr txBox="1"/>
          <p:nvPr/>
        </p:nvSpPr>
        <p:spPr>
          <a:xfrm>
            <a:off x="4370831" y="5788664"/>
            <a:ext cx="3310128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60" b="1">
                <a:solidFill>
                  <a:srgbClr val="3F3151"/>
                </a:solidFill>
                <a:latin typeface="Inter"/>
              </a:rPr>
              <a:t>→ Build demand without heavy discounts</a:t>
            </a:r>
          </a:p>
        </p:txBody>
      </p:sp>
      <p:sp>
        <p:nvSpPr>
          <p:cNvPr id="349" name="Rounded Rectangle 95">
            <a:extLst>
              <a:ext uri="{FF2B5EF4-FFF2-40B4-BE49-F238E27FC236}">
                <a16:creationId xmlns:a16="http://schemas.microsoft.com/office/drawing/2014/main" id="{A3C4D8D3-1DE5-98A5-DB65-6F85786A4387}"/>
              </a:ext>
            </a:extLst>
          </p:cNvPr>
          <p:cNvSpPr/>
          <p:nvPr/>
        </p:nvSpPr>
        <p:spPr>
          <a:xfrm>
            <a:off x="7973567" y="3609235"/>
            <a:ext cx="3602736" cy="251471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0" name="TextBox 96">
            <a:extLst>
              <a:ext uri="{FF2B5EF4-FFF2-40B4-BE49-F238E27FC236}">
                <a16:creationId xmlns:a16="http://schemas.microsoft.com/office/drawing/2014/main" id="{AD9A501A-32D9-C97F-77F6-68070EFF0E3B}"/>
              </a:ext>
            </a:extLst>
          </p:cNvPr>
          <p:cNvSpPr txBox="1"/>
          <p:nvPr/>
        </p:nvSpPr>
        <p:spPr>
          <a:xfrm>
            <a:off x="8119871" y="3767328"/>
            <a:ext cx="33101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19" b="1">
                <a:solidFill>
                  <a:srgbClr val="0F172A"/>
                </a:solidFill>
                <a:latin typeface="Plus Jakarta Sans"/>
              </a:rPr>
              <a:t>🍕 Veg Pizza + 🥤 Iced Tea</a:t>
            </a: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892D26F1-0B64-57E4-5C1B-FFC060BDC426}"/>
              </a:ext>
            </a:extLst>
          </p:cNvPr>
          <p:cNvSpPr/>
          <p:nvPr/>
        </p:nvSpPr>
        <p:spPr>
          <a:xfrm>
            <a:off x="8119871" y="4096511"/>
            <a:ext cx="3310128" cy="91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2" name="TextBox 98">
            <a:extLst>
              <a:ext uri="{FF2B5EF4-FFF2-40B4-BE49-F238E27FC236}">
                <a16:creationId xmlns:a16="http://schemas.microsoft.com/office/drawing/2014/main" id="{A5E3F2DF-966F-CB15-695C-4196DD6C5575}"/>
              </a:ext>
            </a:extLst>
          </p:cNvPr>
          <p:cNvSpPr txBox="1"/>
          <p:nvPr/>
        </p:nvSpPr>
        <p:spPr>
          <a:xfrm>
            <a:off x="8083295" y="4206240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Veg Pizza</a:t>
            </a:r>
          </a:p>
        </p:txBody>
      </p:sp>
      <p:sp>
        <p:nvSpPr>
          <p:cNvPr id="353" name="TextBox 99">
            <a:extLst>
              <a:ext uri="{FF2B5EF4-FFF2-40B4-BE49-F238E27FC236}">
                <a16:creationId xmlns:a16="http://schemas.microsoft.com/office/drawing/2014/main" id="{CBFBFF0C-AE3E-6D16-073C-A328DB86D997}"/>
              </a:ext>
            </a:extLst>
          </p:cNvPr>
          <p:cNvSpPr txBox="1"/>
          <p:nvPr/>
        </p:nvSpPr>
        <p:spPr>
          <a:xfrm>
            <a:off x="8083295" y="4434840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632423"/>
                </a:solidFill>
                <a:latin typeface="Inter"/>
              </a:rPr>
              <a:t>₹250</a:t>
            </a:r>
          </a:p>
        </p:txBody>
      </p:sp>
      <p:sp>
        <p:nvSpPr>
          <p:cNvPr id="354" name="TextBox 100">
            <a:extLst>
              <a:ext uri="{FF2B5EF4-FFF2-40B4-BE49-F238E27FC236}">
                <a16:creationId xmlns:a16="http://schemas.microsoft.com/office/drawing/2014/main" id="{AF3F25D8-12B8-AF34-9D93-7BD1436A8D94}"/>
              </a:ext>
            </a:extLst>
          </p:cNvPr>
          <p:cNvSpPr txBox="1"/>
          <p:nvPr/>
        </p:nvSpPr>
        <p:spPr>
          <a:xfrm>
            <a:off x="8083295" y="4718304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27.73%</a:t>
            </a:r>
          </a:p>
        </p:txBody>
      </p:sp>
      <p:sp>
        <p:nvSpPr>
          <p:cNvPr id="355" name="TextBox 101">
            <a:extLst>
              <a:ext uri="{FF2B5EF4-FFF2-40B4-BE49-F238E27FC236}">
                <a16:creationId xmlns:a16="http://schemas.microsoft.com/office/drawing/2014/main" id="{545202C1-9A93-C760-D9C9-13E0F085AF85}"/>
              </a:ext>
            </a:extLst>
          </p:cNvPr>
          <p:cNvSpPr txBox="1"/>
          <p:nvPr/>
        </p:nvSpPr>
        <p:spPr>
          <a:xfrm>
            <a:off x="9692639" y="4206240"/>
            <a:ext cx="1554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10" b="1">
                <a:solidFill>
                  <a:srgbClr val="334155"/>
                </a:solidFill>
                <a:latin typeface="Inter"/>
              </a:rPr>
              <a:t>Iced Tea</a:t>
            </a:r>
          </a:p>
        </p:txBody>
      </p:sp>
      <p:sp>
        <p:nvSpPr>
          <p:cNvPr id="356" name="TextBox 102">
            <a:extLst>
              <a:ext uri="{FF2B5EF4-FFF2-40B4-BE49-F238E27FC236}">
                <a16:creationId xmlns:a16="http://schemas.microsoft.com/office/drawing/2014/main" id="{3452ED22-D61F-444F-3EF2-4E587AAFD2C0}"/>
              </a:ext>
            </a:extLst>
          </p:cNvPr>
          <p:cNvSpPr txBox="1"/>
          <p:nvPr/>
        </p:nvSpPr>
        <p:spPr>
          <a:xfrm>
            <a:off x="9692639" y="4434840"/>
            <a:ext cx="15544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50" b="1">
                <a:solidFill>
                  <a:srgbClr val="632423"/>
                </a:solidFill>
                <a:latin typeface="Inter"/>
              </a:rPr>
              <a:t>₹100</a:t>
            </a:r>
          </a:p>
        </p:txBody>
      </p:sp>
      <p:sp>
        <p:nvSpPr>
          <p:cNvPr id="357" name="TextBox 103">
            <a:extLst>
              <a:ext uri="{FF2B5EF4-FFF2-40B4-BE49-F238E27FC236}">
                <a16:creationId xmlns:a16="http://schemas.microsoft.com/office/drawing/2014/main" id="{607D8A48-83C2-D442-5387-E63C6A4E50D0}"/>
              </a:ext>
            </a:extLst>
          </p:cNvPr>
          <p:cNvSpPr txBox="1"/>
          <p:nvPr/>
        </p:nvSpPr>
        <p:spPr>
          <a:xfrm>
            <a:off x="9692639" y="4718304"/>
            <a:ext cx="1554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80" b="1">
                <a:solidFill>
                  <a:srgbClr val="64748B"/>
                </a:solidFill>
                <a:latin typeface="Inter"/>
              </a:rPr>
              <a:t>43.69%</a:t>
            </a:r>
          </a:p>
        </p:txBody>
      </p:sp>
      <p:sp>
        <p:nvSpPr>
          <p:cNvPr id="358" name="TextBox 104">
            <a:extLst>
              <a:ext uri="{FF2B5EF4-FFF2-40B4-BE49-F238E27FC236}">
                <a16:creationId xmlns:a16="http://schemas.microsoft.com/office/drawing/2014/main" id="{D8B03F57-C21D-5A3A-D98B-9CB0EDEE8D05}"/>
              </a:ext>
            </a:extLst>
          </p:cNvPr>
          <p:cNvSpPr txBox="1"/>
          <p:nvPr/>
        </p:nvSpPr>
        <p:spPr>
          <a:xfrm>
            <a:off x="8110727" y="4888750"/>
            <a:ext cx="3328416" cy="2077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50" b="1">
                <a:solidFill>
                  <a:srgbClr val="632423"/>
                </a:solidFill>
                <a:latin typeface="Inter"/>
              </a:rPr>
              <a:t>↓ COMBINED BUNDLE METRICS</a:t>
            </a:r>
          </a:p>
        </p:txBody>
      </p:sp>
      <p:sp>
        <p:nvSpPr>
          <p:cNvPr id="359" name="Rounded Rectangle 105">
            <a:extLst>
              <a:ext uri="{FF2B5EF4-FFF2-40B4-BE49-F238E27FC236}">
                <a16:creationId xmlns:a16="http://schemas.microsoft.com/office/drawing/2014/main" id="{2A61B720-2E3B-8C0F-FDBE-B03C3FBA90C4}"/>
              </a:ext>
            </a:extLst>
          </p:cNvPr>
          <p:cNvSpPr/>
          <p:nvPr/>
        </p:nvSpPr>
        <p:spPr>
          <a:xfrm>
            <a:off x="8119871" y="5093208"/>
            <a:ext cx="3310128" cy="53035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60" name="TextBox 106">
            <a:extLst>
              <a:ext uri="{FF2B5EF4-FFF2-40B4-BE49-F238E27FC236}">
                <a16:creationId xmlns:a16="http://schemas.microsoft.com/office/drawing/2014/main" id="{2FEFD9A2-0AC8-6ADF-9965-A6C7B498F0D7}"/>
              </a:ext>
            </a:extLst>
          </p:cNvPr>
          <p:cNvSpPr txBox="1"/>
          <p:nvPr/>
        </p:nvSpPr>
        <p:spPr>
          <a:xfrm>
            <a:off x="8119871" y="5090642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632423"/>
                </a:solidFill>
                <a:latin typeface="Inter"/>
              </a:rPr>
              <a:t>₹350 COMBINED VALUE</a:t>
            </a:r>
          </a:p>
        </p:txBody>
      </p:sp>
      <p:sp>
        <p:nvSpPr>
          <p:cNvPr id="361" name="TextBox 107">
            <a:extLst>
              <a:ext uri="{FF2B5EF4-FFF2-40B4-BE49-F238E27FC236}">
                <a16:creationId xmlns:a16="http://schemas.microsoft.com/office/drawing/2014/main" id="{C17F13BE-D28F-0356-707A-1E2F62AFC92E}"/>
              </a:ext>
            </a:extLst>
          </p:cNvPr>
          <p:cNvSpPr txBox="1"/>
          <p:nvPr/>
        </p:nvSpPr>
        <p:spPr>
          <a:xfrm>
            <a:off x="8119871" y="5232653"/>
            <a:ext cx="3310128" cy="315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50" b="1">
                <a:solidFill>
                  <a:srgbClr val="632423"/>
                </a:solidFill>
                <a:latin typeface="Inter"/>
              </a:rPr>
              <a:t>32.29% MARGIN</a:t>
            </a:r>
          </a:p>
        </p:txBody>
      </p:sp>
      <p:sp>
        <p:nvSpPr>
          <p:cNvPr id="362" name="TextBox 108">
            <a:extLst>
              <a:ext uri="{FF2B5EF4-FFF2-40B4-BE49-F238E27FC236}">
                <a16:creationId xmlns:a16="http://schemas.microsoft.com/office/drawing/2014/main" id="{A6FD6869-CDD4-C2B3-BF96-2A39B2C5A1EF}"/>
              </a:ext>
            </a:extLst>
          </p:cNvPr>
          <p:cNvSpPr txBox="1"/>
          <p:nvPr/>
        </p:nvSpPr>
        <p:spPr>
          <a:xfrm>
            <a:off x="8119871" y="5460974"/>
            <a:ext cx="3310128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632423"/>
                </a:solidFill>
                <a:latin typeface="Inter"/>
              </a:rPr>
              <a:t>₹113.02 BUNDLE PROFIT</a:t>
            </a:r>
          </a:p>
        </p:txBody>
      </p:sp>
      <p:sp>
        <p:nvSpPr>
          <p:cNvPr id="363" name="TextBox 109">
            <a:extLst>
              <a:ext uri="{FF2B5EF4-FFF2-40B4-BE49-F238E27FC236}">
                <a16:creationId xmlns:a16="http://schemas.microsoft.com/office/drawing/2014/main" id="{E05F9E37-A2EC-FB65-527B-39422E74F4E7}"/>
              </a:ext>
            </a:extLst>
          </p:cNvPr>
          <p:cNvSpPr txBox="1"/>
          <p:nvPr/>
        </p:nvSpPr>
        <p:spPr>
          <a:xfrm>
            <a:off x="8119871" y="5650992"/>
            <a:ext cx="3310128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20" b="0">
                <a:solidFill>
                  <a:srgbClr val="64748B"/>
                </a:solidFill>
                <a:latin typeface="Inter"/>
              </a:rPr>
              <a:t>653 units + 11.81% average discount</a:t>
            </a:r>
          </a:p>
        </p:txBody>
      </p:sp>
      <p:sp>
        <p:nvSpPr>
          <p:cNvPr id="364" name="Rounded Rectangle 110">
            <a:extLst>
              <a:ext uri="{FF2B5EF4-FFF2-40B4-BE49-F238E27FC236}">
                <a16:creationId xmlns:a16="http://schemas.microsoft.com/office/drawing/2014/main" id="{86366788-CD57-9C82-06A9-DDF007DF69B2}"/>
              </a:ext>
            </a:extLst>
          </p:cNvPr>
          <p:cNvSpPr/>
          <p:nvPr/>
        </p:nvSpPr>
        <p:spPr>
          <a:xfrm>
            <a:off x="8119871" y="5806440"/>
            <a:ext cx="3310128" cy="1737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EF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65" name="TextBox 111">
            <a:extLst>
              <a:ext uri="{FF2B5EF4-FFF2-40B4-BE49-F238E27FC236}">
                <a16:creationId xmlns:a16="http://schemas.microsoft.com/office/drawing/2014/main" id="{48AAACDF-1095-8DE8-0F61-641137C0475F}"/>
              </a:ext>
            </a:extLst>
          </p:cNvPr>
          <p:cNvSpPr txBox="1"/>
          <p:nvPr/>
        </p:nvSpPr>
        <p:spPr>
          <a:xfrm>
            <a:off x="8119871" y="5788664"/>
            <a:ext cx="3310128" cy="2092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760" b="1">
                <a:solidFill>
                  <a:srgbClr val="632423"/>
                </a:solidFill>
                <a:latin typeface="Inter"/>
              </a:rPr>
              <a:t>→ Bundle cautiously; protect margin</a:t>
            </a:r>
          </a:p>
        </p:txBody>
      </p:sp>
    </p:spTree>
    <p:extLst>
      <p:ext uri="{BB962C8B-B14F-4D97-AF65-F5344CB8AC3E}">
        <p14:creationId xmlns:p14="http://schemas.microsoft.com/office/powerpoint/2010/main" val="51267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4270" y="7042389"/>
            <a:ext cx="5807571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" y="5543550"/>
            <a:ext cx="11258550" cy="814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 txBox="1"/>
          <p:nvPr/>
        </p:nvSpPr>
        <p:spPr>
          <a:xfrm>
            <a:off x="588010" y="5738495"/>
            <a:ext cx="109347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21"/>
              </a:lnSpc>
            </a:pPr>
            <a:r>
              <a:rPr lang="en-US" sz="1000" dirty="0">
                <a:latin typeface="Inter SemiBold"/>
                <a:ea typeface="Inter SemiBold"/>
                <a:cs typeface="Inter"/>
                <a:sym typeface="Inter"/>
              </a:rPr>
              <a:t>EXECUTIVE  TAKEAWAY:</a:t>
            </a:r>
            <a:r>
              <a:rPr lang="en-US" sz="10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000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Demand is uneven across the year, with stronger performance around peak and festive periods and a noticeable September slowdown. </a:t>
            </a:r>
            <a:r>
              <a:rPr lang="en-US" sz="1000" dirty="0" err="1">
                <a:solidFill>
                  <a:srgbClr val="334155"/>
                </a:solidFill>
                <a:latin typeface="Inter"/>
                <a:ea typeface="Inter"/>
                <a:sym typeface="Inter"/>
              </a:rPr>
              <a:t>TastyBites</a:t>
            </a:r>
            <a:r>
              <a:rPr lang="en-US" sz="1000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 can use this pattern to time bundles </a:t>
            </a:r>
            <a:r>
              <a:rPr lang="en-US" sz="1000" b="0" i="0" u="none" strike="noStrike" cap="none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and </a:t>
            </a:r>
            <a:r>
              <a:rPr lang="en-US" sz="1000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promotions—maximizing profitable products during high-demand periods </a:t>
            </a:r>
            <a:r>
              <a:rPr lang="en-US" sz="1000" b="0" i="0" u="none" strike="noStrike" cap="none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and </a:t>
            </a:r>
            <a:r>
              <a:rPr lang="en-US" sz="1000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using targeted offers </a:t>
            </a:r>
            <a:r>
              <a:rPr lang="en-US" sz="1000" b="0" i="0" u="none" strike="noStrike" cap="none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to </a:t>
            </a:r>
            <a:r>
              <a:rPr lang="en-US" sz="1000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stimulate weaker months</a:t>
            </a:r>
            <a:r>
              <a:rPr lang="en-US" sz="1000" b="0" i="0" u="none" strike="noStrike" cap="none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.</a:t>
            </a:r>
            <a:endParaRPr lang="en-US" sz="1000"/>
          </a:p>
        </p:txBody>
      </p:sp>
      <p:sp>
        <p:nvSpPr>
          <p:cNvPr id="426" name="Google Shape;426;p21"/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427" name="Google Shape;427;p21"/>
          <p:cNvSpPr txBox="1"/>
          <p:nvPr/>
        </p:nvSpPr>
        <p:spPr>
          <a:xfrm>
            <a:off x="10540401" y="6596152"/>
            <a:ext cx="1184874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9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n-US" sz="800">
              <a:solidFill>
                <a:srgbClr val="64748B"/>
              </a:solidFill>
              <a:latin typeface="Inter"/>
              <a:ea typeface="Inte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13F2F-143D-348B-0D01-E50A219598A7}"/>
              </a:ext>
            </a:extLst>
          </p:cNvPr>
          <p:cNvSpPr txBox="1"/>
          <p:nvPr/>
        </p:nvSpPr>
        <p:spPr>
          <a:xfrm>
            <a:off x="316302" y="282084"/>
            <a:ext cx="117319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</a:rPr>
              <a:t>Seasonal Demand Analysis</a:t>
            </a:r>
            <a:endParaRPr lang="en-US" sz="2400">
              <a:latin typeface="Poppins"/>
              <a:cs typeface="Poppins"/>
            </a:endParaRPr>
          </a:p>
        </p:txBody>
      </p:sp>
      <p:pic>
        <p:nvPicPr>
          <p:cNvPr id="7" name="Google Shape;216;p16" descr="image.png">
            <a:extLst>
              <a:ext uri="{FF2B5EF4-FFF2-40B4-BE49-F238E27FC236}">
                <a16:creationId xmlns:a16="http://schemas.microsoft.com/office/drawing/2014/main" id="{5A377AEB-9258-537C-2767-65BB5715111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7964" y="3608066"/>
            <a:ext cx="2936523" cy="1604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7;p16" descr="image.png">
            <a:extLst>
              <a:ext uri="{FF2B5EF4-FFF2-40B4-BE49-F238E27FC236}">
                <a16:creationId xmlns:a16="http://schemas.microsoft.com/office/drawing/2014/main" id="{A391100D-D908-E26C-9415-1F2972E7B0A9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4984" y="3616647"/>
            <a:ext cx="2456703" cy="1601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218;p16" descr="image.png">
            <a:extLst>
              <a:ext uri="{FF2B5EF4-FFF2-40B4-BE49-F238E27FC236}">
                <a16:creationId xmlns:a16="http://schemas.microsoft.com/office/drawing/2014/main" id="{AFE27E51-1D21-45F0-197B-1E4ACFF3794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71557" y="3610299"/>
            <a:ext cx="2803278" cy="15987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233;p16">
            <a:extLst>
              <a:ext uri="{FF2B5EF4-FFF2-40B4-BE49-F238E27FC236}">
                <a16:creationId xmlns:a16="http://schemas.microsoft.com/office/drawing/2014/main" id="{7E03CB48-0C48-C90B-4B58-B95689330255}"/>
              </a:ext>
            </a:extLst>
          </p:cNvPr>
          <p:cNvSpPr txBox="1"/>
          <p:nvPr/>
        </p:nvSpPr>
        <p:spPr>
          <a:xfrm>
            <a:off x="463213" y="3778605"/>
            <a:ext cx="28091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284C7"/>
                </a:solidFill>
                <a:latin typeface="Plus Jakarta Sans"/>
                <a:cs typeface="Plus Jakarta Sans"/>
                <a:sym typeface="Plus Jakarta Sans"/>
              </a:rPr>
              <a:t>PEAK DEMAND</a:t>
            </a:r>
            <a:endParaRPr lang="en-US"/>
          </a:p>
        </p:txBody>
      </p:sp>
      <p:sp>
        <p:nvSpPr>
          <p:cNvPr id="15" name="Google Shape;234;p16">
            <a:extLst>
              <a:ext uri="{FF2B5EF4-FFF2-40B4-BE49-F238E27FC236}">
                <a16:creationId xmlns:a16="http://schemas.microsoft.com/office/drawing/2014/main" id="{C7B4A906-B57D-C6ED-1A5B-0BEDA1E59720}"/>
              </a:ext>
            </a:extLst>
          </p:cNvPr>
          <p:cNvSpPr txBox="1"/>
          <p:nvPr/>
        </p:nvSpPr>
        <p:spPr>
          <a:xfrm>
            <a:off x="402447" y="4106986"/>
            <a:ext cx="292598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Aug-24: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Highest revenue (₹41.69K) and profit (₹15.59K).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Feb-26: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Revenue again reached ₹39.98K, indicating strong late-year/early-year demand.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Google Shape;235;p16">
            <a:extLst>
              <a:ext uri="{FF2B5EF4-FFF2-40B4-BE49-F238E27FC236}">
                <a16:creationId xmlns:a16="http://schemas.microsoft.com/office/drawing/2014/main" id="{76FBB9E0-1BFA-070F-214E-D7C6F7CEDD5E}"/>
              </a:ext>
            </a:extLst>
          </p:cNvPr>
          <p:cNvSpPr txBox="1"/>
          <p:nvPr/>
        </p:nvSpPr>
        <p:spPr>
          <a:xfrm>
            <a:off x="6362539" y="3776255"/>
            <a:ext cx="23623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59669"/>
                </a:solidFill>
                <a:latin typeface="Plus Jakarta Sans"/>
                <a:cs typeface="Plus Jakarta Sans"/>
                <a:sym typeface="Plus Jakarta Sans"/>
              </a:rPr>
              <a:t>SEPTEMBER SLOWDOWN</a:t>
            </a:r>
            <a:endParaRPr lang="en-US"/>
          </a:p>
        </p:txBody>
      </p:sp>
      <p:sp>
        <p:nvSpPr>
          <p:cNvPr id="19" name="Google Shape;236;p16">
            <a:extLst>
              <a:ext uri="{FF2B5EF4-FFF2-40B4-BE49-F238E27FC236}">
                <a16:creationId xmlns:a16="http://schemas.microsoft.com/office/drawing/2014/main" id="{0737FEF6-64B7-8B73-97AD-F0828652CF9C}"/>
              </a:ext>
            </a:extLst>
          </p:cNvPr>
          <p:cNvSpPr txBox="1"/>
          <p:nvPr/>
        </p:nvSpPr>
        <p:spPr>
          <a:xfrm>
            <a:off x="3573714" y="4113622"/>
            <a:ext cx="248258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Nov-25: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Revenue ₹39.30K and profit ₹15.11K.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Action: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Push high-margin products and bundles during peak/festive periods.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" name="Google Shape;237;p16">
            <a:extLst>
              <a:ext uri="{FF2B5EF4-FFF2-40B4-BE49-F238E27FC236}">
                <a16:creationId xmlns:a16="http://schemas.microsoft.com/office/drawing/2014/main" id="{FE2298D9-7528-FC60-5171-2C08D262081C}"/>
              </a:ext>
            </a:extLst>
          </p:cNvPr>
          <p:cNvSpPr txBox="1"/>
          <p:nvPr/>
        </p:nvSpPr>
        <p:spPr>
          <a:xfrm>
            <a:off x="3572355" y="3787916"/>
            <a:ext cx="261689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D97706"/>
                </a:solidFill>
                <a:latin typeface="Plus Jakarta Sans"/>
                <a:cs typeface="Plus Jakarta Sans"/>
                <a:sym typeface="Plus Jakarta Sans"/>
              </a:rPr>
              <a:t>STRONG PERFORMANCE</a:t>
            </a:r>
            <a:endParaRPr lang="en-US"/>
          </a:p>
        </p:txBody>
      </p:sp>
      <p:sp>
        <p:nvSpPr>
          <p:cNvPr id="23" name="Google Shape;238;p16">
            <a:extLst>
              <a:ext uri="{FF2B5EF4-FFF2-40B4-BE49-F238E27FC236}">
                <a16:creationId xmlns:a16="http://schemas.microsoft.com/office/drawing/2014/main" id="{F4C45426-7E4F-8FDC-D058-A880629EF17B}"/>
              </a:ext>
            </a:extLst>
          </p:cNvPr>
          <p:cNvSpPr txBox="1"/>
          <p:nvPr/>
        </p:nvSpPr>
        <p:spPr>
          <a:xfrm>
            <a:off x="6344501" y="4110504"/>
            <a:ext cx="244022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Sep-25: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Lowest revenue (₹24.41K) and profit (₹8.62K).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Action: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Use targeted promotions to stimulate demand during weaker periods.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2054C4C9-DD7D-B5E2-3D88-EBA82ACDF4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3013" y="3612515"/>
            <a:ext cx="2624455" cy="1624330"/>
          </a:xfrm>
          <a:prstGeom prst="rect">
            <a:avLst/>
          </a:prstGeom>
        </p:spPr>
      </p:pic>
      <p:sp>
        <p:nvSpPr>
          <p:cNvPr id="25" name="Google Shape;235;p16">
            <a:extLst>
              <a:ext uri="{FF2B5EF4-FFF2-40B4-BE49-F238E27FC236}">
                <a16:creationId xmlns:a16="http://schemas.microsoft.com/office/drawing/2014/main" id="{E6D5FB0F-B183-1259-7AC3-14FEA1F832F7}"/>
              </a:ext>
            </a:extLst>
          </p:cNvPr>
          <p:cNvSpPr txBox="1"/>
          <p:nvPr/>
        </p:nvSpPr>
        <p:spPr>
          <a:xfrm>
            <a:off x="8953338" y="3776254"/>
            <a:ext cx="23623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Plus Jakarta Sans"/>
                <a:cs typeface="Plus Jakarta Sans"/>
                <a:sym typeface="Plus Jakarta Sans"/>
              </a:rPr>
              <a:t>MARGIN STABILITY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Google Shape;238;p16">
            <a:extLst>
              <a:ext uri="{FF2B5EF4-FFF2-40B4-BE49-F238E27FC236}">
                <a16:creationId xmlns:a16="http://schemas.microsoft.com/office/drawing/2014/main" id="{D1683631-C98D-022A-D8D6-7417028BAC39}"/>
              </a:ext>
            </a:extLst>
          </p:cNvPr>
          <p:cNvSpPr txBox="1"/>
          <p:nvPr/>
        </p:nvSpPr>
        <p:spPr>
          <a:xfrm>
            <a:off x="8955621" y="4069864"/>
            <a:ext cx="244022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Margins remained broadly within 34–40% despite revenue fluctuations.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Highest: 39.54% (Apr-24) | Lowest: 34.11% (Mar-24).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45A9E5D-6B01-FEC2-2ED9-9D1DBBB9257B}"/>
              </a:ext>
              <a:ext uri="{147F2762-F138-4A5C-976F-8EAC2B608ADB}">
                <a16:predDERef xmlns:a16="http://schemas.microsoft.com/office/drawing/2014/main" pred="{C63CB0CE-E01C-4C0B-97F9-4CFD2D7FE2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8891206"/>
              </p:ext>
            </p:extLst>
          </p:nvPr>
        </p:nvGraphicFramePr>
        <p:xfrm>
          <a:off x="334992" y="1027082"/>
          <a:ext cx="1138794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11">
          <a:extLst>
            <a:ext uri="{FF2B5EF4-FFF2-40B4-BE49-F238E27FC236}">
              <a16:creationId xmlns:a16="http://schemas.microsoft.com/office/drawing/2014/main" id="{406007A3-DE87-E088-7377-E5B9F2D4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1" descr="image.png">
            <a:extLst>
              <a:ext uri="{FF2B5EF4-FFF2-40B4-BE49-F238E27FC236}">
                <a16:creationId xmlns:a16="http://schemas.microsoft.com/office/drawing/2014/main" id="{D3011EC4-ACF3-2658-3AE9-6268E1CB30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412" y="1037360"/>
            <a:ext cx="5959971" cy="3333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6AF2399-81EB-79C4-F5F5-CBBB0AC8EFF0}"/>
              </a:ext>
              <a:ext uri="{147F2762-F138-4A5C-976F-8EAC2B608ADB}">
                <a16:predDERef xmlns:a16="http://schemas.microsoft.com/office/drawing/2014/main" pred="{345A9E5D-6B01-FEC2-2ED9-9D1DBBB925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1032072"/>
              </p:ext>
            </p:extLst>
          </p:nvPr>
        </p:nvGraphicFramePr>
        <p:xfrm>
          <a:off x="562349" y="1039987"/>
          <a:ext cx="5550131" cy="3342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421" name="Google Shape;421;p21" descr="image.png">
            <a:extLst>
              <a:ext uri="{FF2B5EF4-FFF2-40B4-BE49-F238E27FC236}">
                <a16:creationId xmlns:a16="http://schemas.microsoft.com/office/drawing/2014/main" id="{172EFA4B-3950-BA7D-8B83-0A715EABCDE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" y="5834495"/>
            <a:ext cx="112585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1" descr="image.png">
            <a:extLst>
              <a:ext uri="{FF2B5EF4-FFF2-40B4-BE49-F238E27FC236}">
                <a16:creationId xmlns:a16="http://schemas.microsoft.com/office/drawing/2014/main" id="{AC16BE39-551E-5465-830E-836147F0F32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>
            <a:extLst>
              <a:ext uri="{FF2B5EF4-FFF2-40B4-BE49-F238E27FC236}">
                <a16:creationId xmlns:a16="http://schemas.microsoft.com/office/drawing/2014/main" id="{C9B5055E-834D-E764-B692-ABF093AFB764}"/>
              </a:ext>
            </a:extLst>
          </p:cNvPr>
          <p:cNvSpPr txBox="1"/>
          <p:nvPr/>
        </p:nvSpPr>
        <p:spPr>
          <a:xfrm>
            <a:off x="506730" y="5846560"/>
            <a:ext cx="1120902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21"/>
              </a:lnSpc>
            </a:pPr>
            <a:r>
              <a:rPr lang="en-US" sz="12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EXECUTIVE  TAKEAWAY</a:t>
            </a:r>
            <a:r>
              <a:rPr lang="en-US" sz="12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334155"/>
                </a:solidFill>
                <a:latin typeface="Inter"/>
                <a:ea typeface="Inter"/>
                <a:sym typeface="Inter"/>
              </a:rPr>
              <a:t>UPI combines the strongest AOV and margin profile, while Card generates the highest volume but at a lower margin. Customer mix remains balanced, with returning customers contributing slightly more revenue and profit despite virtually identical AOVs.</a:t>
            </a:r>
            <a:endParaRPr lang="en-US" sz="1200">
              <a:solidFill>
                <a:srgbClr val="334155"/>
              </a:solidFill>
              <a:latin typeface="Inter"/>
              <a:ea typeface="Inter"/>
            </a:endParaRPr>
          </a:p>
        </p:txBody>
      </p:sp>
      <p:sp>
        <p:nvSpPr>
          <p:cNvPr id="426" name="Google Shape;426;p21">
            <a:extLst>
              <a:ext uri="{FF2B5EF4-FFF2-40B4-BE49-F238E27FC236}">
                <a16:creationId xmlns:a16="http://schemas.microsoft.com/office/drawing/2014/main" id="{EFE2F11F-583A-550B-F9EA-4286BFBDC280}"/>
              </a:ext>
            </a:extLst>
          </p:cNvPr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pic>
        <p:nvPicPr>
          <p:cNvPr id="432" name="Google Shape;432;p21" descr="image.png">
            <a:extLst>
              <a:ext uri="{FF2B5EF4-FFF2-40B4-BE49-F238E27FC236}">
                <a16:creationId xmlns:a16="http://schemas.microsoft.com/office/drawing/2014/main" id="{C4D90DBA-2AB0-B6F2-3F28-D6E25ED9F92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95199" y="1256434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627826-5753-6581-55CF-F6B0A1AA7FD5}"/>
              </a:ext>
            </a:extLst>
          </p:cNvPr>
          <p:cNvSpPr txBox="1"/>
          <p:nvPr/>
        </p:nvSpPr>
        <p:spPr>
          <a:xfrm>
            <a:off x="316302" y="251604"/>
            <a:ext cx="117319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</a:rPr>
              <a:t>Payment Mode &amp; Customer Type Segment Analysis</a:t>
            </a:r>
            <a:endParaRPr lang="en-US"/>
          </a:p>
        </p:txBody>
      </p:sp>
      <p:sp>
        <p:nvSpPr>
          <p:cNvPr id="2" name="Google Shape;466;p22">
            <a:extLst>
              <a:ext uri="{FF2B5EF4-FFF2-40B4-BE49-F238E27FC236}">
                <a16:creationId xmlns:a16="http://schemas.microsoft.com/office/drawing/2014/main" id="{B2BFD2BE-AD18-2AD5-74F7-801B3BA0D833}"/>
              </a:ext>
            </a:extLst>
          </p:cNvPr>
          <p:cNvSpPr txBox="1"/>
          <p:nvPr/>
        </p:nvSpPr>
        <p:spPr>
          <a:xfrm>
            <a:off x="10847358" y="6596152"/>
            <a:ext cx="877917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10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sp>
        <p:nvSpPr>
          <p:cNvPr id="14" name="Google Shape;430;p21">
            <a:extLst>
              <a:ext uri="{FF2B5EF4-FFF2-40B4-BE49-F238E27FC236}">
                <a16:creationId xmlns:a16="http://schemas.microsoft.com/office/drawing/2014/main" id="{0A8A9900-9EAE-CE79-6692-A2B343F5F31A}"/>
              </a:ext>
            </a:extLst>
          </p:cNvPr>
          <p:cNvSpPr txBox="1"/>
          <p:nvPr/>
        </p:nvSpPr>
        <p:spPr>
          <a:xfrm>
            <a:off x="6903566" y="1121566"/>
            <a:ext cx="5207496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200" b="1">
                <a:solidFill>
                  <a:srgbClr val="0F172A"/>
                </a:solidFill>
                <a:latin typeface="Aptos Display"/>
                <a:ea typeface="Inter"/>
                <a:sym typeface="Inter"/>
              </a:rPr>
              <a:t>Customer</a:t>
            </a:r>
            <a:r>
              <a:rPr lang="en-US" sz="1200" b="1" dirty="0">
                <a:solidFill>
                  <a:srgbClr val="0F172A"/>
                </a:solidFill>
                <a:latin typeface="Aptos Display"/>
                <a:ea typeface="Inter"/>
                <a:sym typeface="Inter"/>
              </a:rPr>
              <a:t> Type Segmentation</a:t>
            </a:r>
            <a:endParaRPr lang="en-US" sz="1200" b="1">
              <a:latin typeface="Aptos Display"/>
            </a:endParaRPr>
          </a:p>
        </p:txBody>
      </p:sp>
      <p:pic>
        <p:nvPicPr>
          <p:cNvPr id="16" name="Google Shape;432;p21" descr="image.png">
            <a:extLst>
              <a:ext uri="{FF2B5EF4-FFF2-40B4-BE49-F238E27FC236}">
                <a16:creationId xmlns:a16="http://schemas.microsoft.com/office/drawing/2014/main" id="{015B3EB0-C0A7-790D-1F88-061F21976F0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5818" y="1144674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437;p21">
            <a:extLst>
              <a:ext uri="{FF2B5EF4-FFF2-40B4-BE49-F238E27FC236}">
                <a16:creationId xmlns:a16="http://schemas.microsoft.com/office/drawing/2014/main" id="{FEEE5DCF-4D8A-757F-B666-9AB76D7F46D2}"/>
              </a:ext>
            </a:extLst>
          </p:cNvPr>
          <p:cNvSpPr txBox="1"/>
          <p:nvPr/>
        </p:nvSpPr>
        <p:spPr>
          <a:xfrm>
            <a:off x="844780" y="1451574"/>
            <a:ext cx="57471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UPI </a:t>
            </a:r>
            <a:r>
              <a:rPr lang="en-US" sz="9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(Highest Margin)</a:t>
            </a:r>
            <a:r>
              <a:rPr lang="en-US" sz="900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00" b="1" i="0" u="none" strike="noStrike" cap="none" dirty="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36.1% Margin | AOV ₹804</a:t>
            </a:r>
            <a:r>
              <a:rPr lang="en-US" sz="800" b="1" dirty="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| </a:t>
            </a:r>
            <a:r>
              <a:rPr lang="en-US" sz="8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Profit: ₹73.4K | Units: 1,463 | Lowest Discount (10.2%)</a:t>
            </a:r>
            <a:endParaRPr lang="en-US" sz="800" dirty="0">
              <a:latin typeface="Inter"/>
              <a:ea typeface="Inter"/>
              <a:cs typeface="Inter"/>
              <a:sym typeface="Inter"/>
            </a:endParaRPr>
          </a:p>
          <a:p>
            <a:endParaRPr lang="en-US" sz="900" b="1" dirty="0">
              <a:solidFill>
                <a:srgbClr val="059669"/>
              </a:solidFill>
              <a:latin typeface="Inter"/>
              <a:ea typeface="Inter"/>
            </a:endParaRPr>
          </a:p>
        </p:txBody>
      </p:sp>
      <p:sp>
        <p:nvSpPr>
          <p:cNvPr id="22" name="Google Shape;439;p21">
            <a:extLst>
              <a:ext uri="{FF2B5EF4-FFF2-40B4-BE49-F238E27FC236}">
                <a16:creationId xmlns:a16="http://schemas.microsoft.com/office/drawing/2014/main" id="{AAE4396C-C1AC-FB5A-AEBD-1BDE078C66A4}"/>
              </a:ext>
            </a:extLst>
          </p:cNvPr>
          <p:cNvSpPr txBox="1"/>
          <p:nvPr/>
        </p:nvSpPr>
        <p:spPr>
          <a:xfrm>
            <a:off x="880873" y="2109475"/>
            <a:ext cx="490269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Wallet</a:t>
            </a:r>
            <a:r>
              <a:rPr lang="en-US" sz="900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1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36.0% Margin | AOV ₹719</a:t>
            </a:r>
            <a:r>
              <a:rPr lang="en-US" sz="900" b="1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 | 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Profit: ₹74.8K | Units: 1,539 | Avg Discount (10.7%)</a:t>
            </a:r>
            <a:endParaRPr lang="en-US" sz="800">
              <a:latin typeface="Inter"/>
              <a:ea typeface="Inter"/>
              <a:cs typeface="Inter"/>
              <a:sym typeface="Inter"/>
            </a:endParaRPr>
          </a:p>
          <a:p>
            <a:endParaRPr lang="en-US" sz="900" b="1" dirty="0">
              <a:solidFill>
                <a:srgbClr val="0284C7"/>
              </a:solidFill>
              <a:latin typeface="Inter"/>
              <a:ea typeface="Inter"/>
            </a:endParaRPr>
          </a:p>
        </p:txBody>
      </p:sp>
      <p:sp>
        <p:nvSpPr>
          <p:cNvPr id="26" name="Google Shape;441;p21">
            <a:extLst>
              <a:ext uri="{FF2B5EF4-FFF2-40B4-BE49-F238E27FC236}">
                <a16:creationId xmlns:a16="http://schemas.microsoft.com/office/drawing/2014/main" id="{DF0EC6AF-0CFB-7E4C-1DBB-8F019A347EF0}"/>
              </a:ext>
            </a:extLst>
          </p:cNvPr>
          <p:cNvSpPr txBox="1"/>
          <p:nvPr/>
        </p:nvSpPr>
        <p:spPr>
          <a:xfrm>
            <a:off x="869732" y="2797753"/>
            <a:ext cx="49503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Cash</a:t>
            </a:r>
            <a:r>
              <a:rPr lang="en-US" sz="900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1" i="0" u="none" strike="noStrike" cap="non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35.7% Margin | AOV ₹793</a:t>
            </a:r>
            <a:r>
              <a:rPr lang="en-US" sz="900" b="1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 | 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Profit: ₹71.6K | Units: 1,540 | Avg Discount (11.0%)</a:t>
            </a:r>
            <a:endParaRPr lang="en-US" sz="800">
              <a:latin typeface="Inter"/>
              <a:ea typeface="Inter"/>
              <a:cs typeface="Inter"/>
              <a:sym typeface="Inter"/>
            </a:endParaRPr>
          </a:p>
          <a:p>
            <a:endParaRPr lang="en-US" sz="900" b="1" dirty="0">
              <a:solidFill>
                <a:srgbClr val="D97706"/>
              </a:solidFill>
              <a:latin typeface="Inter"/>
              <a:ea typeface="Inter"/>
            </a:endParaRPr>
          </a:p>
        </p:txBody>
      </p:sp>
      <p:sp>
        <p:nvSpPr>
          <p:cNvPr id="30" name="Google Shape;443;p21">
            <a:extLst>
              <a:ext uri="{FF2B5EF4-FFF2-40B4-BE49-F238E27FC236}">
                <a16:creationId xmlns:a16="http://schemas.microsoft.com/office/drawing/2014/main" id="{C4957335-36CE-14A8-C7EB-53F66E60C9F8}"/>
              </a:ext>
            </a:extLst>
          </p:cNvPr>
          <p:cNvSpPr txBox="1"/>
          <p:nvPr/>
        </p:nvSpPr>
        <p:spPr>
          <a:xfrm>
            <a:off x="857252" y="3499422"/>
            <a:ext cx="54712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Card (Highest Volume)</a:t>
            </a:r>
            <a:r>
              <a:rPr lang="en-US" sz="900" b="0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00" b="1" i="0" u="none" strike="noStrike" cap="none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35.2% Margin | AOV ₹738</a:t>
            </a:r>
            <a:r>
              <a:rPr lang="en-US" sz="900" b="1">
                <a:solidFill>
                  <a:srgbClr val="002060"/>
                </a:solidFill>
                <a:latin typeface="Inter"/>
                <a:ea typeface="Inter"/>
                <a:cs typeface="Inter"/>
                <a:sym typeface="Inter"/>
              </a:rPr>
              <a:t> |</a:t>
            </a:r>
            <a:r>
              <a:rPr lang="en-US" sz="900" b="1" dirty="0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 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Profit: ₹79.3K | Units: 1,665 | Highest Discount (11.4%)</a:t>
            </a:r>
            <a:endParaRPr lang="en-US" sz="800">
              <a:latin typeface="Inter"/>
              <a:ea typeface="Inter"/>
              <a:cs typeface="Inter"/>
              <a:sym typeface="Inter"/>
            </a:endParaRPr>
          </a:p>
          <a:p>
            <a:endParaRPr lang="en-US" sz="900" b="1" dirty="0">
              <a:solidFill>
                <a:srgbClr val="4F46E5"/>
              </a:solidFill>
              <a:latin typeface="Inter"/>
              <a:ea typeface="Inter"/>
            </a:endParaRPr>
          </a:p>
        </p:txBody>
      </p:sp>
      <p:pic>
        <p:nvPicPr>
          <p:cNvPr id="42" name="Google Shape;451;p21" descr="image.png">
            <a:extLst>
              <a:ext uri="{FF2B5EF4-FFF2-40B4-BE49-F238E27FC236}">
                <a16:creationId xmlns:a16="http://schemas.microsoft.com/office/drawing/2014/main" id="{627EAB51-53BD-0A50-8E8F-3896E8C119D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9462" y="1450918"/>
            <a:ext cx="104775" cy="119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52;p21" descr="image.png">
            <a:extLst>
              <a:ext uri="{FF2B5EF4-FFF2-40B4-BE49-F238E27FC236}">
                <a16:creationId xmlns:a16="http://schemas.microsoft.com/office/drawing/2014/main" id="{FE47D51B-813B-E548-F3CF-0F7D651F50B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94901" y="2132115"/>
            <a:ext cx="123825" cy="119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53;p21" descr="image.png">
            <a:extLst>
              <a:ext uri="{FF2B5EF4-FFF2-40B4-BE49-F238E27FC236}">
                <a16:creationId xmlns:a16="http://schemas.microsoft.com/office/drawing/2014/main" id="{CD9B7F94-F24D-F757-5D7C-4D7F4733320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5767" y="2816803"/>
            <a:ext cx="133350" cy="119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54;p21" descr="image.png">
            <a:extLst>
              <a:ext uri="{FF2B5EF4-FFF2-40B4-BE49-F238E27FC236}">
                <a16:creationId xmlns:a16="http://schemas.microsoft.com/office/drawing/2014/main" id="{E7E2B458-91FB-D386-7D1B-60A93299A8FD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75768" y="3503901"/>
            <a:ext cx="133350" cy="1190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94EDFA9-0781-681C-CAB3-5F2ED33EE881}"/>
              </a:ext>
            </a:extLst>
          </p:cNvPr>
          <p:cNvSpPr/>
          <p:nvPr/>
        </p:nvSpPr>
        <p:spPr>
          <a:xfrm>
            <a:off x="6653934" y="1376827"/>
            <a:ext cx="2462710" cy="2382981"/>
          </a:xfrm>
          <a:prstGeom prst="rect">
            <a:avLst/>
          </a:prstGeom>
          <a:solidFill>
            <a:srgbClr val="F8FAFC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EAD35F-FFEE-8D50-8FFD-D75F078D6ABA}"/>
              </a:ext>
            </a:extLst>
          </p:cNvPr>
          <p:cNvSpPr/>
          <p:nvPr/>
        </p:nvSpPr>
        <p:spPr>
          <a:xfrm>
            <a:off x="9342500" y="1378367"/>
            <a:ext cx="2694031" cy="238298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Google Shape;244;p17">
            <a:extLst>
              <a:ext uri="{FF2B5EF4-FFF2-40B4-BE49-F238E27FC236}">
                <a16:creationId xmlns:a16="http://schemas.microsoft.com/office/drawing/2014/main" id="{DF3825B7-072A-BFD6-32D0-A1698FC8DC2D}"/>
              </a:ext>
            </a:extLst>
          </p:cNvPr>
          <p:cNvSpPr txBox="1"/>
          <p:nvPr/>
        </p:nvSpPr>
        <p:spPr>
          <a:xfrm>
            <a:off x="6658525" y="1466389"/>
            <a:ext cx="24495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>
                <a:solidFill>
                  <a:srgbClr val="002060"/>
                </a:solidFill>
                <a:latin typeface="Poppins SemiBold"/>
                <a:ea typeface="Inter SemiBold"/>
                <a:cs typeface="Poppins SemiBold"/>
                <a:sym typeface="Inter SemiBold"/>
              </a:rPr>
              <a:t>NEW CUSTOMERS</a:t>
            </a:r>
            <a:endParaRPr lang="en-US" sz="1600"/>
          </a:p>
        </p:txBody>
      </p:sp>
      <p:sp>
        <p:nvSpPr>
          <p:cNvPr id="15" name="Google Shape;245;p17">
            <a:extLst>
              <a:ext uri="{FF2B5EF4-FFF2-40B4-BE49-F238E27FC236}">
                <a16:creationId xmlns:a16="http://schemas.microsoft.com/office/drawing/2014/main" id="{2D3C1795-DB72-222F-32DE-A18D91EDB93A}"/>
              </a:ext>
            </a:extLst>
          </p:cNvPr>
          <p:cNvSpPr txBox="1"/>
          <p:nvPr/>
        </p:nvSpPr>
        <p:spPr>
          <a:xfrm>
            <a:off x="6874186" y="1737408"/>
            <a:ext cx="2233884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9939"/>
              </a:lnSpc>
            </a:pPr>
            <a:r>
              <a:rPr lang="en-US" sz="2400" b="0" i="0" u="none" strike="noStrike" cap="none">
                <a:solidFill>
                  <a:srgbClr val="00206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₹</a:t>
            </a:r>
            <a:r>
              <a:rPr lang="en-US" sz="2400">
                <a:solidFill>
                  <a:srgbClr val="002060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406.08K</a:t>
            </a:r>
            <a:endParaRPr lang="en-US">
              <a:solidFill>
                <a:srgbClr val="002060"/>
              </a:solidFill>
            </a:endParaRPr>
          </a:p>
          <a:p>
            <a:pPr algn="ctr"/>
            <a:r>
              <a:rPr lang="en-US" sz="1100">
                <a:solidFill>
                  <a:srgbClr val="002060"/>
                </a:solidFill>
                <a:latin typeface="Poppins ExtraBold"/>
                <a:cs typeface="Poppins ExtraBold"/>
                <a:sym typeface="Poppins ExtraBold"/>
              </a:rPr>
              <a:t>Net Revenue</a:t>
            </a:r>
            <a:endParaRPr lang="en-US" sz="1100">
              <a:solidFill>
                <a:srgbClr val="002060"/>
              </a:solidFill>
              <a:latin typeface="Poppins ExtraBold"/>
              <a:cs typeface="Poppins ExtraBold"/>
            </a:endParaRPr>
          </a:p>
          <a:p>
            <a:pPr algn="ctr"/>
            <a:endParaRPr lang="en-US" sz="1100">
              <a:solidFill>
                <a:srgbClr val="4F81BD"/>
              </a:solidFill>
              <a:latin typeface="Poppins ExtraBold"/>
              <a:ea typeface="Inter SemiBold"/>
              <a:cs typeface="Poppins ExtraBold"/>
            </a:endParaRPr>
          </a:p>
          <a:p>
            <a:pPr algn="ctr"/>
            <a:r>
              <a:rPr lang="en-US" sz="1100">
                <a:solidFill>
                  <a:srgbClr val="64748B"/>
                </a:solidFill>
                <a:latin typeface="Poppins SemiBold"/>
                <a:ea typeface="Inter SemiBold"/>
                <a:cs typeface="Poppins SemiBold"/>
              </a:rPr>
              <a:t>48.6% Revenue Share</a:t>
            </a:r>
            <a:endParaRPr lang="en-US" sz="1100">
              <a:latin typeface="Poppins SemiBold"/>
              <a:ea typeface="Inter SemiBold"/>
              <a:cs typeface="Poppins SemiBold"/>
            </a:endParaRPr>
          </a:p>
          <a:p>
            <a:pPr algn="ctr"/>
            <a:endParaRPr lang="en-US" sz="1100">
              <a:solidFill>
                <a:srgbClr val="0F172A"/>
              </a:solidFill>
              <a:latin typeface="Poppins ExtraBold"/>
              <a:cs typeface="Poppins ExtraBold"/>
            </a:endParaRPr>
          </a:p>
        </p:txBody>
      </p:sp>
      <p:sp>
        <p:nvSpPr>
          <p:cNvPr id="17" name="Google Shape;247;p17">
            <a:extLst>
              <a:ext uri="{FF2B5EF4-FFF2-40B4-BE49-F238E27FC236}">
                <a16:creationId xmlns:a16="http://schemas.microsoft.com/office/drawing/2014/main" id="{1B43E519-EF47-2BF4-218A-F6A8841C07B7}"/>
              </a:ext>
            </a:extLst>
          </p:cNvPr>
          <p:cNvSpPr txBox="1"/>
          <p:nvPr/>
        </p:nvSpPr>
        <p:spPr>
          <a:xfrm>
            <a:off x="9345975" y="1490877"/>
            <a:ext cx="269447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>
                <a:solidFill>
                  <a:srgbClr val="F59E0B"/>
                </a:solidFill>
                <a:latin typeface="Poppins SemiBold"/>
                <a:ea typeface="Inter SemiBold"/>
                <a:cs typeface="Poppins SemiBold"/>
                <a:sym typeface="Inter SemiBold"/>
              </a:rPr>
              <a:t>RETURNING CUSTOMERS</a:t>
            </a:r>
            <a:endParaRPr lang="en-US" sz="1600"/>
          </a:p>
        </p:txBody>
      </p:sp>
      <p:sp>
        <p:nvSpPr>
          <p:cNvPr id="19" name="Google Shape;248;p17">
            <a:extLst>
              <a:ext uri="{FF2B5EF4-FFF2-40B4-BE49-F238E27FC236}">
                <a16:creationId xmlns:a16="http://schemas.microsoft.com/office/drawing/2014/main" id="{4CE7CE59-518E-7ADE-073C-08B5E8065AB8}"/>
              </a:ext>
            </a:extLst>
          </p:cNvPr>
          <p:cNvSpPr txBox="1"/>
          <p:nvPr/>
        </p:nvSpPr>
        <p:spPr>
          <a:xfrm>
            <a:off x="9505411" y="1693476"/>
            <a:ext cx="2449543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59E0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₹431.92K</a:t>
            </a:r>
            <a:endParaRPr lang="en-US" sz="2400">
              <a:solidFill>
                <a:srgbClr val="F59E0B"/>
              </a:solidFill>
              <a:latin typeface="Poppins ExtraBold"/>
              <a:ea typeface="Poppins ExtraBold"/>
              <a:cs typeface="Poppins ExtraBold"/>
            </a:endParaRPr>
          </a:p>
          <a:p>
            <a:pPr algn="ctr"/>
            <a:r>
              <a:rPr lang="en-US" sz="1100">
                <a:solidFill>
                  <a:srgbClr val="F59E0B"/>
                </a:solidFill>
                <a:latin typeface="Poppins ExtraBold"/>
                <a:cs typeface="Poppins ExtraBold"/>
              </a:rPr>
              <a:t>Net Revenue</a:t>
            </a:r>
          </a:p>
          <a:p>
            <a:pPr algn="ctr"/>
            <a:endParaRPr lang="en-US" sz="1100">
              <a:solidFill>
                <a:srgbClr val="F59E0B"/>
              </a:solidFill>
              <a:latin typeface="Poppins ExtraBold"/>
              <a:cs typeface="Poppins ExtraBold"/>
            </a:endParaRPr>
          </a:p>
          <a:p>
            <a:pPr algn="ctr"/>
            <a:r>
              <a:rPr lang="en-US" sz="1100">
                <a:solidFill>
                  <a:srgbClr val="64748B"/>
                </a:solidFill>
                <a:latin typeface="Poppins SemiBold"/>
                <a:cs typeface="Poppins SemiBold"/>
              </a:rPr>
              <a:t>51.4% Revenue Share</a:t>
            </a:r>
            <a:endParaRPr lang="en-US" sz="1100">
              <a:latin typeface="Poppins SemiBold"/>
              <a:cs typeface="Poppins SemiBold"/>
            </a:endParaRPr>
          </a:p>
          <a:p>
            <a:pPr algn="ctr"/>
            <a:endParaRPr lang="en-US" sz="1100">
              <a:solidFill>
                <a:srgbClr val="F59E0B"/>
              </a:solidFill>
              <a:latin typeface="Poppins ExtraBold"/>
              <a:cs typeface="Poppins ExtraBold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248D4A1-8A35-B281-FFA2-C17057EC8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875694"/>
              </p:ext>
            </p:extLst>
          </p:nvPr>
        </p:nvGraphicFramePr>
        <p:xfrm>
          <a:off x="6736229" y="2728876"/>
          <a:ext cx="2299085" cy="1045024"/>
        </p:xfrm>
        <a:graphic>
          <a:graphicData uri="http://schemas.openxmlformats.org/drawingml/2006/table">
            <a:tbl>
              <a:tblPr bandRow="1">
                <a:tableStyleId>{326DA0F1-C761-4F12-B055-76320E94DC09}</a:tableStyleId>
              </a:tblPr>
              <a:tblGrid>
                <a:gridCol w="872961">
                  <a:extLst>
                    <a:ext uri="{9D8B030D-6E8A-4147-A177-3AD203B41FA5}">
                      <a16:colId xmlns:a16="http://schemas.microsoft.com/office/drawing/2014/main" val="1715988461"/>
                    </a:ext>
                  </a:extLst>
                </a:gridCol>
                <a:gridCol w="1426124">
                  <a:extLst>
                    <a:ext uri="{9D8B030D-6E8A-4147-A177-3AD203B41FA5}">
                      <a16:colId xmlns:a16="http://schemas.microsoft.com/office/drawing/2014/main" val="816139594"/>
                    </a:ext>
                  </a:extLst>
                </a:gridCol>
              </a:tblGrid>
              <a:tr h="217042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 b="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Net Profit: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 b="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₹145.42 K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  <a:latin typeface="Inter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533909"/>
                  </a:ext>
                </a:extLst>
              </a:tr>
              <a:tr h="217042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AOV: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₹759.03 </a:t>
                      </a:r>
                      <a:endParaRPr lang="en-US">
                        <a:effectLst/>
                        <a:latin typeface="Inter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720311"/>
                  </a:ext>
                </a:extLst>
              </a:tr>
              <a:tr h="217042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Units Sold: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2,994 Units</a:t>
                      </a:r>
                      <a:endParaRPr lang="en-US">
                        <a:effectLst/>
                        <a:latin typeface="Inter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636631"/>
                  </a:ext>
                </a:extLst>
              </a:tr>
              <a:tr h="313504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Orders: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535 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284900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85BB365-6E4E-2D63-8378-81226D3E8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667567"/>
              </p:ext>
            </p:extLst>
          </p:nvPr>
        </p:nvGraphicFramePr>
        <p:xfrm>
          <a:off x="9573703" y="2728876"/>
          <a:ext cx="2533650" cy="1083945"/>
        </p:xfrm>
        <a:graphic>
          <a:graphicData uri="http://schemas.openxmlformats.org/drawingml/2006/table">
            <a:tbl>
              <a:tblPr bandRow="1">
                <a:tableStyleId>{326DA0F1-C761-4F12-B055-76320E94DC09}</a:tableStyleId>
              </a:tblPr>
              <a:tblGrid>
                <a:gridCol w="962025">
                  <a:extLst>
                    <a:ext uri="{9D8B030D-6E8A-4147-A177-3AD203B41FA5}">
                      <a16:colId xmlns:a16="http://schemas.microsoft.com/office/drawing/2014/main" val="1231703998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10902635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 b="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Net Profit: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 b="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₹153.69 K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7596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AOV: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₹763.17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37784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Units Sold: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3,213 Units</a:t>
                      </a:r>
                      <a:endParaRPr lang="en-US">
                        <a:effectLst/>
                        <a:latin typeface="Inter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47707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0" fontAlgn="base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 panose="020B0604020202020204" charset="0"/>
                        </a:rPr>
                        <a:t>Orders:</a:t>
                      </a:r>
                      <a:endParaRPr lang="en-US"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>
                        <a:buNone/>
                      </a:pPr>
                      <a:r>
                        <a:rPr lang="en-US" sz="1000">
                          <a:solidFill>
                            <a:srgbClr val="475569"/>
                          </a:solidFill>
                          <a:effectLst/>
                          <a:latin typeface="Inter"/>
                        </a:rPr>
                        <a:t>565</a:t>
                      </a:r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081618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:a16="http://schemas.microsoft.com/office/drawing/2014/main" id="{5B4D431D-0C34-D7DA-F1AB-ABCE48129DF9}"/>
              </a:ext>
            </a:extLst>
          </p:cNvPr>
          <p:cNvSpPr/>
          <p:nvPr/>
        </p:nvSpPr>
        <p:spPr>
          <a:xfrm>
            <a:off x="6653933" y="3798898"/>
            <a:ext cx="5388245" cy="586838"/>
          </a:xfrm>
          <a:prstGeom prst="rect">
            <a:avLst/>
          </a:prstGeom>
          <a:solidFill>
            <a:srgbClr val="F8FAFC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Google Shape;441;p21">
            <a:extLst>
              <a:ext uri="{FF2B5EF4-FFF2-40B4-BE49-F238E27FC236}">
                <a16:creationId xmlns:a16="http://schemas.microsoft.com/office/drawing/2014/main" id="{BE11E6F0-6733-7648-8E5D-3E7E116866E8}"/>
              </a:ext>
            </a:extLst>
          </p:cNvPr>
          <p:cNvSpPr txBox="1"/>
          <p:nvPr/>
        </p:nvSpPr>
        <p:spPr>
          <a:xfrm>
            <a:off x="6870482" y="3859112"/>
            <a:ext cx="5168034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00" b="1">
                <a:solidFill>
                  <a:srgbClr val="0F172A"/>
                </a:solidFill>
                <a:latin typeface="Inter"/>
                <a:ea typeface="Inter"/>
                <a:sym typeface="Inter"/>
              </a:rPr>
              <a:t>Returning customers contribute slightly more revenue and profit, while AOV remains almost identical across both segments — suggesting limited difference in basket value.</a:t>
            </a:r>
            <a:endParaRPr lang="en-US" sz="1000">
              <a:solidFill>
                <a:srgbClr val="64748B"/>
              </a:solidFill>
              <a:latin typeface="Inter"/>
              <a:ea typeface="Inter"/>
              <a:cs typeface="Inter"/>
            </a:endParaRPr>
          </a:p>
          <a:p>
            <a:endParaRPr lang="en-US" sz="900" b="1" dirty="0">
              <a:solidFill>
                <a:srgbClr val="D97706"/>
              </a:solidFill>
              <a:latin typeface="Inter"/>
              <a:ea typeface="Inter"/>
            </a:endParaRPr>
          </a:p>
        </p:txBody>
      </p:sp>
      <p:pic>
        <p:nvPicPr>
          <p:cNvPr id="5" name="Google Shape;216;p16">
            <a:extLst>
              <a:ext uri="{FF2B5EF4-FFF2-40B4-BE49-F238E27FC236}">
                <a16:creationId xmlns:a16="http://schemas.microsoft.com/office/drawing/2014/main" id="{2E31CA16-93C1-2226-FA23-A27DEDE407A4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8604" y="4431026"/>
            <a:ext cx="3759483" cy="1330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7;p16">
            <a:extLst>
              <a:ext uri="{FF2B5EF4-FFF2-40B4-BE49-F238E27FC236}">
                <a16:creationId xmlns:a16="http://schemas.microsoft.com/office/drawing/2014/main" id="{5B7CB8A6-9B98-A0DC-A9F8-FC9851359C1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991864" y="4449767"/>
            <a:ext cx="3675903" cy="130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8;p16">
            <a:extLst>
              <a:ext uri="{FF2B5EF4-FFF2-40B4-BE49-F238E27FC236}">
                <a16:creationId xmlns:a16="http://schemas.microsoft.com/office/drawing/2014/main" id="{F7EDB28A-4A83-D853-52D4-B15D186EB07C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285957" y="4443419"/>
            <a:ext cx="3575438" cy="131426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33;p16">
            <a:extLst>
              <a:ext uri="{FF2B5EF4-FFF2-40B4-BE49-F238E27FC236}">
                <a16:creationId xmlns:a16="http://schemas.microsoft.com/office/drawing/2014/main" id="{E835E865-15A4-5A8F-6C91-EB8299F4DADF}"/>
              </a:ext>
            </a:extLst>
          </p:cNvPr>
          <p:cNvSpPr txBox="1"/>
          <p:nvPr/>
        </p:nvSpPr>
        <p:spPr>
          <a:xfrm>
            <a:off x="463213" y="4459325"/>
            <a:ext cx="35203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0284C7"/>
                </a:solidFill>
                <a:latin typeface="Plus Jakarta Sans"/>
                <a:cs typeface="Plus Jakarta Sans"/>
                <a:sym typeface="Plus Jakarta Sans"/>
              </a:rPr>
              <a:t>PAYMENT–MARGIN TRADE-OFF</a:t>
            </a:r>
            <a:endParaRPr lang="en-US"/>
          </a:p>
        </p:txBody>
      </p:sp>
      <p:sp>
        <p:nvSpPr>
          <p:cNvPr id="9" name="Google Shape;234;p16">
            <a:extLst>
              <a:ext uri="{FF2B5EF4-FFF2-40B4-BE49-F238E27FC236}">
                <a16:creationId xmlns:a16="http://schemas.microsoft.com/office/drawing/2014/main" id="{1EB283C8-C1BD-E059-48C9-9D1ADC6CADEF}"/>
              </a:ext>
            </a:extLst>
          </p:cNvPr>
          <p:cNvSpPr txBox="1"/>
          <p:nvPr/>
        </p:nvSpPr>
        <p:spPr>
          <a:xfrm>
            <a:off x="422767" y="4696266"/>
            <a:ext cx="376926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Card: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 Highest volume, but lowest margin (35.2%). </a:t>
            </a: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UPI: 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Highest margin (36.1%) with lower volume. </a:t>
            </a: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</a:rPr>
              <a:t>Focus: Improve margin on high-volume Card orders.</a:t>
            </a:r>
          </a:p>
        </p:txBody>
      </p:sp>
      <p:sp>
        <p:nvSpPr>
          <p:cNvPr id="10" name="Google Shape;235;p16">
            <a:extLst>
              <a:ext uri="{FF2B5EF4-FFF2-40B4-BE49-F238E27FC236}">
                <a16:creationId xmlns:a16="http://schemas.microsoft.com/office/drawing/2014/main" id="{AA3E7115-1DAF-9F06-6C44-CE9B814758B7}"/>
              </a:ext>
            </a:extLst>
          </p:cNvPr>
          <p:cNvSpPr txBox="1"/>
          <p:nvPr/>
        </p:nvSpPr>
        <p:spPr>
          <a:xfrm>
            <a:off x="8008459" y="4456975"/>
            <a:ext cx="334784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059669"/>
                </a:solidFill>
                <a:latin typeface="Plus Jakarta Sans"/>
                <a:cs typeface="Plus Jakarta Sans"/>
                <a:sym typeface="Plus Jakarta Sans"/>
              </a:rPr>
              <a:t>CUSTOMER MIX IS BALANCED</a:t>
            </a:r>
            <a:endParaRPr lang="en-US"/>
          </a:p>
        </p:txBody>
      </p:sp>
      <p:sp>
        <p:nvSpPr>
          <p:cNvPr id="20" name="Google Shape;236;p16">
            <a:extLst>
              <a:ext uri="{FF2B5EF4-FFF2-40B4-BE49-F238E27FC236}">
                <a16:creationId xmlns:a16="http://schemas.microsoft.com/office/drawing/2014/main" id="{19B38B02-6ABB-CF7A-8D38-476FEEDAC0F6}"/>
              </a:ext>
            </a:extLst>
          </p:cNvPr>
          <p:cNvSpPr txBox="1"/>
          <p:nvPr/>
        </p:nvSpPr>
        <p:spPr>
          <a:xfrm>
            <a:off x="4295074" y="4692742"/>
            <a:ext cx="369162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Card: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 Highest discount (11.4%) and lowest margin.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Inter"/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UPI</a:t>
            </a: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: Lowest discount (10.2%) and highest margin.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sym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Focus: Review Card discounts for profitability.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sym typeface="Inter"/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</p:txBody>
      </p:sp>
      <p:sp>
        <p:nvSpPr>
          <p:cNvPr id="23" name="Google Shape;237;p16">
            <a:extLst>
              <a:ext uri="{FF2B5EF4-FFF2-40B4-BE49-F238E27FC236}">
                <a16:creationId xmlns:a16="http://schemas.microsoft.com/office/drawing/2014/main" id="{B85B6DC5-9D40-9ECE-611E-5AA45688C506}"/>
              </a:ext>
            </a:extLst>
          </p:cNvPr>
          <p:cNvSpPr txBox="1"/>
          <p:nvPr/>
        </p:nvSpPr>
        <p:spPr>
          <a:xfrm>
            <a:off x="4344515" y="4458476"/>
            <a:ext cx="359225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D97706"/>
                </a:solidFill>
                <a:latin typeface="Plus Jakarta Sans"/>
                <a:cs typeface="Plus Jakarta Sans"/>
                <a:sym typeface="Plus Jakarta Sans"/>
              </a:rPr>
              <a:t>DISCOUNT PATTERN</a:t>
            </a:r>
            <a:endParaRPr lang="en-US"/>
          </a:p>
        </p:txBody>
      </p:sp>
      <p:sp>
        <p:nvSpPr>
          <p:cNvPr id="28" name="Google Shape;238;p16">
            <a:extLst>
              <a:ext uri="{FF2B5EF4-FFF2-40B4-BE49-F238E27FC236}">
                <a16:creationId xmlns:a16="http://schemas.microsoft.com/office/drawing/2014/main" id="{CB054CD1-3083-F272-75B5-7CC74A8DC21F}"/>
              </a:ext>
            </a:extLst>
          </p:cNvPr>
          <p:cNvSpPr txBox="1"/>
          <p:nvPr/>
        </p:nvSpPr>
        <p:spPr>
          <a:xfrm>
            <a:off x="8010741" y="4699784"/>
            <a:ext cx="371022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Revenue split is nearly even: 48.6% New vs 51.4% Returning. 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ea typeface="Inter"/>
            </a:endParaRPr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Returning customers contribute slightly more revenue and profit. </a:t>
            </a:r>
            <a:endParaRPr lang="en-US"/>
          </a:p>
          <a:p>
            <a:pPr marL="171450" indent="-171450">
              <a:buFont typeface="Wingdings"/>
              <a:buChar char="ü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Poppins"/>
                <a:ea typeface="Inter"/>
                <a:cs typeface="Poppins"/>
                <a:sym typeface="Inter"/>
              </a:rPr>
              <a:t>Focus: Balance acquisition with retention efforts.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171450" indent="-171450">
              <a:buFont typeface="Wingdings"/>
              <a:buChar char="ü"/>
            </a:pPr>
            <a:endParaRPr lang="en-US" sz="1200" dirty="0">
              <a:solidFill>
                <a:schemeClr val="tx1">
                  <a:lumMod val="85000"/>
                  <a:lumOff val="15000"/>
                </a:schemeClr>
              </a:solidFill>
              <a:latin typeface="Poppins"/>
              <a:ea typeface="Inter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01237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6725" y="1162050"/>
            <a:ext cx="5584190" cy="5134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6725" y="6496050"/>
            <a:ext cx="11258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466725" y="6581775"/>
            <a:ext cx="2486025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TastyBites Product Pricing &amp; Profitability Analysis</a:t>
            </a:r>
            <a:endParaRPr/>
          </a:p>
        </p:txBody>
      </p:sp>
      <p:sp>
        <p:nvSpPr>
          <p:cNvPr id="467" name="Google Shape;467;p22"/>
          <p:cNvSpPr txBox="1"/>
          <p:nvPr/>
        </p:nvSpPr>
        <p:spPr>
          <a:xfrm>
            <a:off x="466725" y="380101"/>
            <a:ext cx="7476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lus Jakarta Sans ExtraBold"/>
              </a:rPr>
              <a:t>Strategic Action Roadmap</a:t>
            </a:r>
            <a:endParaRPr sz="2400" b="1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863947" y="1342639"/>
            <a:ext cx="519361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QUICK WINS (0 – 3 MONTHS)</a:t>
            </a:r>
            <a:endParaRPr lang="en-US" sz="1800"/>
          </a:p>
        </p:txBody>
      </p:sp>
      <p:pic>
        <p:nvPicPr>
          <p:cNvPr id="470" name="Google Shape;47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409700"/>
            <a:ext cx="12099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66;p22">
            <a:extLst>
              <a:ext uri="{FF2B5EF4-FFF2-40B4-BE49-F238E27FC236}">
                <a16:creationId xmlns:a16="http://schemas.microsoft.com/office/drawing/2014/main" id="{521A149F-5822-6C71-5B6B-A8B54EB7D0DA}"/>
              </a:ext>
            </a:extLst>
          </p:cNvPr>
          <p:cNvSpPr txBox="1"/>
          <p:nvPr/>
        </p:nvSpPr>
        <p:spPr>
          <a:xfrm>
            <a:off x="10847358" y="6596152"/>
            <a:ext cx="877917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80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522EDF9-EFC7-F281-ED1F-04B7C85357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9075231"/>
              </p:ext>
            </p:extLst>
          </p:nvPr>
        </p:nvGraphicFramePr>
        <p:xfrm>
          <a:off x="670560" y="1732280"/>
          <a:ext cx="5221157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81" name="Google Shape;105;p14" descr="image.png">
            <a:extLst>
              <a:ext uri="{FF2B5EF4-FFF2-40B4-BE49-F238E27FC236}">
                <a16:creationId xmlns:a16="http://schemas.microsoft.com/office/drawing/2014/main" id="{9FCB6025-EF80-B6F6-043D-85BE6B075DC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424245" y="1161891"/>
            <a:ext cx="5286960" cy="514228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2"/>
          <p:cNvSpPr txBox="1"/>
          <p:nvPr/>
        </p:nvSpPr>
        <p:spPr>
          <a:xfrm>
            <a:off x="6851997" y="1357878"/>
            <a:ext cx="484849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59B0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LONG-TERM</a:t>
            </a:r>
            <a:r>
              <a:rPr lang="en-US" sz="1800" b="1" i="0" u="none" strike="noStrike" cap="none">
                <a:solidFill>
                  <a:srgbClr val="F59B0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INITIATIVES (3 – 12 MONTHS)</a:t>
            </a:r>
            <a:endParaRPr lang="en-US" sz="1800">
              <a:solidFill>
                <a:srgbClr val="F59B0A"/>
              </a:solidFill>
            </a:endParaRPr>
          </a:p>
        </p:txBody>
      </p:sp>
      <p:pic>
        <p:nvPicPr>
          <p:cNvPr id="727" name="Graphic 726">
            <a:extLst>
              <a:ext uri="{FF2B5EF4-FFF2-40B4-BE49-F238E27FC236}">
                <a16:creationId xmlns:a16="http://schemas.microsoft.com/office/drawing/2014/main" id="{EA1C1669-BCF1-2AEB-3BC0-16249FD867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61760" y="1356360"/>
            <a:ext cx="386080" cy="274320"/>
          </a:xfrm>
          <a:prstGeom prst="rect">
            <a:avLst/>
          </a:prstGeom>
        </p:spPr>
      </p:pic>
      <p:graphicFrame>
        <p:nvGraphicFramePr>
          <p:cNvPr id="728" name="Diagram 727">
            <a:extLst>
              <a:ext uri="{FF2B5EF4-FFF2-40B4-BE49-F238E27FC236}">
                <a16:creationId xmlns:a16="http://schemas.microsoft.com/office/drawing/2014/main" id="{34878D56-F620-CCCD-4077-857876B48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7789905"/>
              </p:ext>
            </p:extLst>
          </p:nvPr>
        </p:nvGraphicFramePr>
        <p:xfrm>
          <a:off x="6654800" y="1711960"/>
          <a:ext cx="4886960" cy="4429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6"/>
          <p:cNvSpPr txBox="1"/>
          <p:nvPr/>
        </p:nvSpPr>
        <p:spPr>
          <a:xfrm>
            <a:off x="2115090" y="4776857"/>
            <a:ext cx="796182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Prepared </a:t>
            </a:r>
            <a:r>
              <a:rPr lang="en-US" b="0" i="0" u="none" strike="noStrike" cap="none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by Agamya Jain | </a:t>
            </a:r>
            <a:r>
              <a:rPr lang="en-US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Data Analyst </a:t>
            </a:r>
            <a:r>
              <a:rPr lang="en-US" b="0" i="0" u="none" strike="noStrike" cap="none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| </a:t>
            </a:r>
            <a:r>
              <a:rPr lang="en-US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Business Intelligence &amp; Analytics Department </a:t>
            </a:r>
            <a:r>
              <a:rPr lang="en-US" dirty="0" err="1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TastyBites</a:t>
            </a:r>
            <a:endParaRPr lang="en-US" dirty="0">
              <a:solidFill>
                <a:srgbClr val="64748B"/>
              </a:solidFill>
              <a:latin typeface="Poppins"/>
              <a:ea typeface="Lato"/>
              <a:cs typeface="Poppins"/>
            </a:endParaRPr>
          </a:p>
        </p:txBody>
      </p:sp>
      <p:sp>
        <p:nvSpPr>
          <p:cNvPr id="3" name="Google Shape;183;p26">
            <a:extLst>
              <a:ext uri="{FF2B5EF4-FFF2-40B4-BE49-F238E27FC236}">
                <a16:creationId xmlns:a16="http://schemas.microsoft.com/office/drawing/2014/main" id="{36CC9E13-D2BB-3B97-582A-BBFDE7AFEDD7}"/>
              </a:ext>
            </a:extLst>
          </p:cNvPr>
          <p:cNvSpPr txBox="1"/>
          <p:nvPr/>
        </p:nvSpPr>
        <p:spPr>
          <a:xfrm>
            <a:off x="10161975" y="6481751"/>
            <a:ext cx="15063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Slide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r>
              <a:rPr lang="en-US" sz="9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of </a:t>
            </a:r>
            <a:r>
              <a:rPr lang="en-US" sz="9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/>
          </a:p>
        </p:txBody>
      </p:sp>
      <p:sp>
        <p:nvSpPr>
          <p:cNvPr id="2" name="Google Shape;445;p23">
            <a:extLst>
              <a:ext uri="{FF2B5EF4-FFF2-40B4-BE49-F238E27FC236}">
                <a16:creationId xmlns:a16="http://schemas.microsoft.com/office/drawing/2014/main" id="{80DC9835-21FA-5272-7274-12F350C7D8FB}"/>
              </a:ext>
            </a:extLst>
          </p:cNvPr>
          <p:cNvSpPr txBox="1"/>
          <p:nvPr/>
        </p:nvSpPr>
        <p:spPr>
          <a:xfrm>
            <a:off x="2582727" y="2937743"/>
            <a:ext cx="703421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15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Thank You</a:t>
            </a:r>
            <a:r>
              <a:rPr lang="en-US" sz="315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| Questions &amp; Discussion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5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1492</cp:revision>
  <dcterms:modified xsi:type="dcterms:W3CDTF">2026-09-01T06:24:29Z</dcterms:modified>
</cp:coreProperties>
</file>